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9F59D0-C651-4E9E-9474-997CC6A31AF0}" v="285" dt="2026-10-24T16:50:40.5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wan Rovex" userId="c2a28c8c6a1c5112" providerId="Windows Live" clId="Web-{159F59D0-C651-4E9E-9474-997CC6A31AF0}"/>
    <pc:docChg chg="mod addSld delSld modSld addMainMaster delMainMaster">
      <pc:chgData name="Rowan Rovex" userId="c2a28c8c6a1c5112" providerId="Windows Live" clId="Web-{159F59D0-C651-4E9E-9474-997CC6A31AF0}" dt="2026-10-24T16:51:03.639" v="298"/>
      <pc:docMkLst>
        <pc:docMk/>
      </pc:docMkLst>
      <pc:sldChg chg="addSp modSp mod setBg modClrScheme setClrOvrMap chgLayout">
        <pc:chgData name="Rowan Rovex" userId="c2a28c8c6a1c5112" providerId="Windows Live" clId="Web-{159F59D0-C651-4E9E-9474-997CC6A31AF0}" dt="2026-10-24T16:48:28.195" v="287"/>
        <pc:sldMkLst>
          <pc:docMk/>
          <pc:sldMk cId="109857222" sldId="256"/>
        </pc:sldMkLst>
        <pc:spChg chg="mod ord">
          <ac:chgData name="Rowan Rovex" userId="c2a28c8c6a1c5112" providerId="Windows Live" clId="Web-{159F59D0-C651-4E9E-9474-997CC6A31AF0}" dt="2026-10-24T16:48:28.195" v="28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wan Rovex" userId="c2a28c8c6a1c5112" providerId="Windows Live" clId="Web-{159F59D0-C651-4E9E-9474-997CC6A31AF0}" dt="2026-10-24T16:48:28.195" v="28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Rowan Rovex" userId="c2a28c8c6a1c5112" providerId="Windows Live" clId="Web-{159F59D0-C651-4E9E-9474-997CC6A31AF0}" dt="2026-10-24T16:48:28.195" v="287"/>
          <ac:spMkLst>
            <pc:docMk/>
            <pc:sldMk cId="109857222" sldId="256"/>
            <ac:spMk id="9" creationId="{71B2258F-86CA-4D4D-8270-BC05FCDEBFB3}"/>
          </ac:spMkLst>
        </pc:spChg>
        <pc:picChg chg="add">
          <ac:chgData name="Rowan Rovex" userId="c2a28c8c6a1c5112" providerId="Windows Live" clId="Web-{159F59D0-C651-4E9E-9474-997CC6A31AF0}" dt="2026-10-24T16:48:28.195" v="287"/>
          <ac:picMkLst>
            <pc:docMk/>
            <pc:sldMk cId="109857222" sldId="256"/>
            <ac:picMk id="5" creationId="{164D5B9D-B530-B6CF-5ABC-6FED0F655F1A}"/>
          </ac:picMkLst>
        </pc:picChg>
      </pc:sldChg>
      <pc:sldChg chg="addSp delSp modSp new mod setBg">
        <pc:chgData name="Rowan Rovex" userId="c2a28c8c6a1c5112" providerId="Windows Live" clId="Web-{159F59D0-C651-4E9E-9474-997CC6A31AF0}" dt="2026-10-24T16:48:40.133" v="288"/>
        <pc:sldMkLst>
          <pc:docMk/>
          <pc:sldMk cId="1924413822" sldId="257"/>
        </pc:sldMkLst>
        <pc:spChg chg="mod">
          <ac:chgData name="Rowan Rovex" userId="c2a28c8c6a1c5112" providerId="Windows Live" clId="Web-{159F59D0-C651-4E9E-9474-997CC6A31AF0}" dt="2026-10-24T16:48:40.133" v="288"/>
          <ac:spMkLst>
            <pc:docMk/>
            <pc:sldMk cId="1924413822" sldId="257"/>
            <ac:spMk id="2" creationId="{FE3D2CFA-CF3A-DE1F-E75A-7164948E39A9}"/>
          </ac:spMkLst>
        </pc:spChg>
        <pc:spChg chg="del mod">
          <ac:chgData name="Rowan Rovex" userId="c2a28c8c6a1c5112" providerId="Windows Live" clId="Web-{159F59D0-C651-4E9E-9474-997CC6A31AF0}" dt="2026-10-24T16:48:40.133" v="288"/>
          <ac:spMkLst>
            <pc:docMk/>
            <pc:sldMk cId="1924413822" sldId="257"/>
            <ac:spMk id="3" creationId="{8CC7CBE7-63B3-E361-895E-FD71AB4BA0C8}"/>
          </ac:spMkLst>
        </pc:spChg>
        <pc:spChg chg="add">
          <ac:chgData name="Rowan Rovex" userId="c2a28c8c6a1c5112" providerId="Windows Live" clId="Web-{159F59D0-C651-4E9E-9474-997CC6A31AF0}" dt="2026-10-24T16:48:40.133" v="288"/>
          <ac:spMkLst>
            <pc:docMk/>
            <pc:sldMk cId="1924413822" sldId="257"/>
            <ac:spMk id="10" creationId="{B50AB553-2A96-4A92-96F2-93548E096954}"/>
          </ac:spMkLst>
        </pc:spChg>
        <pc:graphicFrameChg chg="add">
          <ac:chgData name="Rowan Rovex" userId="c2a28c8c6a1c5112" providerId="Windows Live" clId="Web-{159F59D0-C651-4E9E-9474-997CC6A31AF0}" dt="2026-10-24T16:48:40.133" v="288"/>
          <ac:graphicFrameMkLst>
            <pc:docMk/>
            <pc:sldMk cId="1924413822" sldId="257"/>
            <ac:graphicFrameMk id="5" creationId="{A2C0FB26-ECD1-5D99-6C0E-562C636FBE90}"/>
          </ac:graphicFrameMkLst>
        </pc:graphicFrameChg>
        <pc:picChg chg="add">
          <ac:chgData name="Rowan Rovex" userId="c2a28c8c6a1c5112" providerId="Windows Live" clId="Web-{159F59D0-C651-4E9E-9474-997CC6A31AF0}" dt="2026-10-24T16:48:40.133" v="288"/>
          <ac:picMkLst>
            <pc:docMk/>
            <pc:sldMk cId="1924413822" sldId="257"/>
            <ac:picMk id="6" creationId="{AD3ECE33-9B40-59DF-E76E-793060BCD958}"/>
          </ac:picMkLst>
        </pc:picChg>
      </pc:sldChg>
      <pc:sldChg chg="addSp delSp modSp new mod setBg">
        <pc:chgData name="Rowan Rovex" userId="c2a28c8c6a1c5112" providerId="Windows Live" clId="Web-{159F59D0-C651-4E9E-9474-997CC6A31AF0}" dt="2026-10-24T16:48:50.868" v="289"/>
        <pc:sldMkLst>
          <pc:docMk/>
          <pc:sldMk cId="477535905" sldId="258"/>
        </pc:sldMkLst>
        <pc:spChg chg="mod">
          <ac:chgData name="Rowan Rovex" userId="c2a28c8c6a1c5112" providerId="Windows Live" clId="Web-{159F59D0-C651-4E9E-9474-997CC6A31AF0}" dt="2026-10-24T16:48:50.868" v="289"/>
          <ac:spMkLst>
            <pc:docMk/>
            <pc:sldMk cId="477535905" sldId="258"/>
            <ac:spMk id="2" creationId="{AB5F7023-3EBC-24A6-1831-3A186B9A59C7}"/>
          </ac:spMkLst>
        </pc:spChg>
        <pc:spChg chg="del mod">
          <ac:chgData name="Rowan Rovex" userId="c2a28c8c6a1c5112" providerId="Windows Live" clId="Web-{159F59D0-C651-4E9E-9474-997CC6A31AF0}" dt="2026-10-24T16:48:50.868" v="289"/>
          <ac:spMkLst>
            <pc:docMk/>
            <pc:sldMk cId="477535905" sldId="258"/>
            <ac:spMk id="3" creationId="{415B440F-9E3F-B529-C7A4-9C34FBADB7B8}"/>
          </ac:spMkLst>
        </pc:spChg>
        <pc:spChg chg="add">
          <ac:chgData name="Rowan Rovex" userId="c2a28c8c6a1c5112" providerId="Windows Live" clId="Web-{159F59D0-C651-4E9E-9474-997CC6A31AF0}" dt="2026-10-24T16:48:50.868" v="289"/>
          <ac:spMkLst>
            <pc:docMk/>
            <pc:sldMk cId="477535905" sldId="258"/>
            <ac:spMk id="10" creationId="{B50AB553-2A96-4A92-96F2-93548E096954}"/>
          </ac:spMkLst>
        </pc:spChg>
        <pc:graphicFrameChg chg="add">
          <ac:chgData name="Rowan Rovex" userId="c2a28c8c6a1c5112" providerId="Windows Live" clId="Web-{159F59D0-C651-4E9E-9474-997CC6A31AF0}" dt="2026-10-24T16:48:50.868" v="289"/>
          <ac:graphicFrameMkLst>
            <pc:docMk/>
            <pc:sldMk cId="477535905" sldId="258"/>
            <ac:graphicFrameMk id="5" creationId="{C2CD7734-E00E-18C8-B9F2-4DBE7B6EB87B}"/>
          </ac:graphicFrameMkLst>
        </pc:graphicFrameChg>
        <pc:picChg chg="add">
          <ac:chgData name="Rowan Rovex" userId="c2a28c8c6a1c5112" providerId="Windows Live" clId="Web-{159F59D0-C651-4E9E-9474-997CC6A31AF0}" dt="2026-10-24T16:48:50.868" v="289"/>
          <ac:picMkLst>
            <pc:docMk/>
            <pc:sldMk cId="477535905" sldId="258"/>
            <ac:picMk id="6" creationId="{E08F220A-F7AC-930F-29DC-113040BB30DE}"/>
          </ac:picMkLst>
        </pc:picChg>
      </pc:sldChg>
      <pc:sldChg chg="addSp modSp new mod setBg">
        <pc:chgData name="Rowan Rovex" userId="c2a28c8c6a1c5112" providerId="Windows Live" clId="Web-{159F59D0-C651-4E9E-9474-997CC6A31AF0}" dt="2026-10-24T16:49:06.572" v="290"/>
        <pc:sldMkLst>
          <pc:docMk/>
          <pc:sldMk cId="474874012" sldId="259"/>
        </pc:sldMkLst>
        <pc:spChg chg="mod">
          <ac:chgData name="Rowan Rovex" userId="c2a28c8c6a1c5112" providerId="Windows Live" clId="Web-{159F59D0-C651-4E9E-9474-997CC6A31AF0}" dt="2026-10-24T16:49:06.572" v="290"/>
          <ac:spMkLst>
            <pc:docMk/>
            <pc:sldMk cId="474874012" sldId="259"/>
            <ac:spMk id="2" creationId="{7B75645A-7CDE-CD88-91A2-222E3EEBDE55}"/>
          </ac:spMkLst>
        </pc:spChg>
        <pc:spChg chg="mod">
          <ac:chgData name="Rowan Rovex" userId="c2a28c8c6a1c5112" providerId="Windows Live" clId="Web-{159F59D0-C651-4E9E-9474-997CC6A31AF0}" dt="2026-10-24T16:49:06.572" v="290"/>
          <ac:spMkLst>
            <pc:docMk/>
            <pc:sldMk cId="474874012" sldId="259"/>
            <ac:spMk id="3" creationId="{0FFA372C-CB49-2D8A-C6BD-9738025391FC}"/>
          </ac:spMkLst>
        </pc:spChg>
        <pc:spChg chg="add">
          <ac:chgData name="Rowan Rovex" userId="c2a28c8c6a1c5112" providerId="Windows Live" clId="Web-{159F59D0-C651-4E9E-9474-997CC6A31AF0}" dt="2026-10-24T16:49:06.572" v="290"/>
          <ac:spMkLst>
            <pc:docMk/>
            <pc:sldMk cId="474874012" sldId="259"/>
            <ac:spMk id="9" creationId="{9F7D5CDA-D291-4307-BF55-1381FED29634}"/>
          </ac:spMkLst>
        </pc:spChg>
        <pc:picChg chg="add">
          <ac:chgData name="Rowan Rovex" userId="c2a28c8c6a1c5112" providerId="Windows Live" clId="Web-{159F59D0-C651-4E9E-9474-997CC6A31AF0}" dt="2026-10-24T16:49:06.572" v="290"/>
          <ac:picMkLst>
            <pc:docMk/>
            <pc:sldMk cId="474874012" sldId="259"/>
            <ac:picMk id="5" creationId="{0DC2DB7D-9B1D-C799-8340-F1B512EAFE52}"/>
          </ac:picMkLst>
        </pc:picChg>
      </pc:sldChg>
      <pc:sldChg chg="addSp delSp modSp new mod setBg">
        <pc:chgData name="Rowan Rovex" userId="c2a28c8c6a1c5112" providerId="Windows Live" clId="Web-{159F59D0-C651-4E9E-9474-997CC6A31AF0}" dt="2026-10-24T16:49:37.823" v="292"/>
        <pc:sldMkLst>
          <pc:docMk/>
          <pc:sldMk cId="2597049681" sldId="260"/>
        </pc:sldMkLst>
        <pc:spChg chg="mod">
          <ac:chgData name="Rowan Rovex" userId="c2a28c8c6a1c5112" providerId="Windows Live" clId="Web-{159F59D0-C651-4E9E-9474-997CC6A31AF0}" dt="2026-10-24T16:49:37.823" v="292"/>
          <ac:spMkLst>
            <pc:docMk/>
            <pc:sldMk cId="2597049681" sldId="260"/>
            <ac:spMk id="2" creationId="{41626628-2576-A7B6-F14F-906A0999C7BA}"/>
          </ac:spMkLst>
        </pc:spChg>
        <pc:spChg chg="del">
          <ac:chgData name="Rowan Rovex" userId="c2a28c8c6a1c5112" providerId="Windows Live" clId="Web-{159F59D0-C651-4E9E-9474-997CC6A31AF0}" dt="2026-10-24T16:36:37.310" v="152"/>
          <ac:spMkLst>
            <pc:docMk/>
            <pc:sldMk cId="2597049681" sldId="260"/>
            <ac:spMk id="3" creationId="{30414E5C-02DC-83F5-66ED-32731853294F}"/>
          </ac:spMkLst>
        </pc:spChg>
        <pc:spChg chg="add del mod">
          <ac:chgData name="Rowan Rovex" userId="c2a28c8c6a1c5112" providerId="Windows Live" clId="Web-{159F59D0-C651-4E9E-9474-997CC6A31AF0}" dt="2026-10-24T16:36:48.280" v="154"/>
          <ac:spMkLst>
            <pc:docMk/>
            <pc:sldMk cId="2597049681" sldId="260"/>
            <ac:spMk id="6" creationId="{51ECCD86-68A0-D5D4-F8E4-8C3D0E10EE66}"/>
          </ac:spMkLst>
        </pc:spChg>
        <pc:spChg chg="add del">
          <ac:chgData name="Rowan Rovex" userId="c2a28c8c6a1c5112" providerId="Windows Live" clId="Web-{159F59D0-C651-4E9E-9474-997CC6A31AF0}" dt="2026-10-24T16:49:37.823" v="292"/>
          <ac:spMkLst>
            <pc:docMk/>
            <pc:sldMk cId="2597049681" sldId="260"/>
            <ac:spMk id="12" creationId="{E6C982D7-4AE6-D5AE-0C3E-AA89D96DBDB9}"/>
          </ac:spMkLst>
        </pc:spChg>
        <pc:spChg chg="add del">
          <ac:chgData name="Rowan Rovex" userId="c2a28c8c6a1c5112" providerId="Windows Live" clId="Web-{159F59D0-C651-4E9E-9474-997CC6A31AF0}" dt="2026-10-24T16:49:37.823" v="292"/>
          <ac:spMkLst>
            <pc:docMk/>
            <pc:sldMk cId="2597049681" sldId="260"/>
            <ac:spMk id="15" creationId="{D7A453D2-15D8-4403-815F-291FA16340D9}"/>
          </ac:spMkLst>
        </pc:spChg>
        <pc:spChg chg="add del">
          <ac:chgData name="Rowan Rovex" userId="c2a28c8c6a1c5112" providerId="Windows Live" clId="Web-{159F59D0-C651-4E9E-9474-997CC6A31AF0}" dt="2026-10-24T16:49:37.823" v="292"/>
          <ac:spMkLst>
            <pc:docMk/>
            <pc:sldMk cId="2597049681" sldId="260"/>
            <ac:spMk id="17" creationId="{8161EA6B-09CA-445B-AB0D-8DF76FA92DEF}"/>
          </ac:spMkLst>
        </pc:spChg>
        <pc:spChg chg="add del">
          <ac:chgData name="Rowan Rovex" userId="c2a28c8c6a1c5112" providerId="Windows Live" clId="Web-{159F59D0-C651-4E9E-9474-997CC6A31AF0}" dt="2026-10-24T16:49:37.823" v="292"/>
          <ac:spMkLst>
            <pc:docMk/>
            <pc:sldMk cId="2597049681" sldId="260"/>
            <ac:spMk id="27" creationId="{B8114C98-A349-4111-A123-E8EAB86ABE30}"/>
          </ac:spMkLst>
        </pc:spChg>
        <pc:spChg chg="add del">
          <ac:chgData name="Rowan Rovex" userId="c2a28c8c6a1c5112" providerId="Windows Live" clId="Web-{159F59D0-C651-4E9E-9474-997CC6A31AF0}" dt="2026-10-24T16:49:37.823" v="292"/>
          <ac:spMkLst>
            <pc:docMk/>
            <pc:sldMk cId="2597049681" sldId="260"/>
            <ac:spMk id="35" creationId="{E2D3D3F2-ABBB-4453-B1C5-1BEBF7E4DD56}"/>
          </ac:spMkLst>
        </pc:spChg>
        <pc:grpChg chg="add del">
          <ac:chgData name="Rowan Rovex" userId="c2a28c8c6a1c5112" providerId="Windows Live" clId="Web-{159F59D0-C651-4E9E-9474-997CC6A31AF0}" dt="2026-10-24T16:49:37.823" v="292"/>
          <ac:grpSpMkLst>
            <pc:docMk/>
            <pc:sldMk cId="2597049681" sldId="260"/>
            <ac:grpSpMk id="19" creationId="{76B45835-3DB7-4D95-9290-E7C2C3AD13CA}"/>
          </ac:grpSpMkLst>
        </pc:grpChg>
        <pc:grpChg chg="add del">
          <ac:chgData name="Rowan Rovex" userId="c2a28c8c6a1c5112" providerId="Windows Live" clId="Web-{159F59D0-C651-4E9E-9474-997CC6A31AF0}" dt="2026-10-24T16:49:37.823" v="292"/>
          <ac:grpSpMkLst>
            <pc:docMk/>
            <pc:sldMk cId="2597049681" sldId="260"/>
            <ac:grpSpMk id="37" creationId="{8214E4A5-A0D2-42C4-8D14-D2A7E495F041}"/>
          </ac:grpSpMkLst>
        </pc:grpChg>
        <pc:picChg chg="add del mod ord modCrop">
          <ac:chgData name="Rowan Rovex" userId="c2a28c8c6a1c5112" providerId="Windows Live" clId="Web-{159F59D0-C651-4E9E-9474-997CC6A31AF0}" dt="2026-10-24T16:49:37.823" v="292"/>
          <ac:picMkLst>
            <pc:docMk/>
            <pc:sldMk cId="2597049681" sldId="260"/>
            <ac:picMk id="4" creationId="{53527806-722B-5484-5D4F-9E0574DE052F}"/>
          </ac:picMkLst>
        </pc:picChg>
        <pc:picChg chg="add del mod modCrop">
          <ac:chgData name="Rowan Rovex" userId="c2a28c8c6a1c5112" providerId="Windows Live" clId="Web-{159F59D0-C651-4E9E-9474-997CC6A31AF0}" dt="2026-10-24T16:38:13.502" v="164"/>
          <ac:picMkLst>
            <pc:docMk/>
            <pc:sldMk cId="2597049681" sldId="260"/>
            <ac:picMk id="7" creationId="{5530DF94-DFEB-7C88-25C0-D4527F9EA685}"/>
          </ac:picMkLst>
        </pc:picChg>
        <pc:picChg chg="add mod modCrop">
          <ac:chgData name="Rowan Rovex" userId="c2a28c8c6a1c5112" providerId="Windows Live" clId="Web-{159F59D0-C651-4E9E-9474-997CC6A31AF0}" dt="2026-10-24T16:49:37.823" v="292"/>
          <ac:picMkLst>
            <pc:docMk/>
            <pc:sldMk cId="2597049681" sldId="260"/>
            <ac:picMk id="8" creationId="{E8D6A93C-2D92-BBA5-D348-608C1023719B}"/>
          </ac:picMkLst>
        </pc:picChg>
      </pc:sldChg>
      <pc:sldChg chg="addSp modSp new mod setBg">
        <pc:chgData name="Rowan Rovex" userId="c2a28c8c6a1c5112" providerId="Windows Live" clId="Web-{159F59D0-C651-4E9E-9474-997CC6A31AF0}" dt="2026-10-24T16:49:49.792" v="293"/>
        <pc:sldMkLst>
          <pc:docMk/>
          <pc:sldMk cId="1887966352" sldId="261"/>
        </pc:sldMkLst>
        <pc:spChg chg="mod">
          <ac:chgData name="Rowan Rovex" userId="c2a28c8c6a1c5112" providerId="Windows Live" clId="Web-{159F59D0-C651-4E9E-9474-997CC6A31AF0}" dt="2026-10-24T16:49:49.792" v="293"/>
          <ac:spMkLst>
            <pc:docMk/>
            <pc:sldMk cId="1887966352" sldId="261"/>
            <ac:spMk id="2" creationId="{B19A0C2A-0B44-5A4B-48A2-4FE70583F39D}"/>
          </ac:spMkLst>
        </pc:spChg>
        <pc:spChg chg="mod">
          <ac:chgData name="Rowan Rovex" userId="c2a28c8c6a1c5112" providerId="Windows Live" clId="Web-{159F59D0-C651-4E9E-9474-997CC6A31AF0}" dt="2026-10-24T16:49:49.792" v="293"/>
          <ac:spMkLst>
            <pc:docMk/>
            <pc:sldMk cId="1887966352" sldId="261"/>
            <ac:spMk id="3" creationId="{6D1E77E4-5FA4-86DE-C515-0771F01B0C56}"/>
          </ac:spMkLst>
        </pc:spChg>
        <pc:spChg chg="add">
          <ac:chgData name="Rowan Rovex" userId="c2a28c8c6a1c5112" providerId="Windows Live" clId="Web-{159F59D0-C651-4E9E-9474-997CC6A31AF0}" dt="2026-10-24T16:49:49.792" v="293"/>
          <ac:spMkLst>
            <pc:docMk/>
            <pc:sldMk cId="1887966352" sldId="261"/>
            <ac:spMk id="9" creationId="{9F7D5CDA-D291-4307-BF55-1381FED29634}"/>
          </ac:spMkLst>
        </pc:spChg>
        <pc:spChg chg="add">
          <ac:chgData name="Rowan Rovex" userId="c2a28c8c6a1c5112" providerId="Windows Live" clId="Web-{159F59D0-C651-4E9E-9474-997CC6A31AF0}" dt="2026-10-24T16:49:49.792" v="293"/>
          <ac:spMkLst>
            <pc:docMk/>
            <pc:sldMk cId="1887966352" sldId="261"/>
            <ac:spMk id="11" creationId="{59B296B9-C5A5-4E4F-9B60-C907B5F1466C}"/>
          </ac:spMkLst>
        </pc:spChg>
        <pc:spChg chg="add">
          <ac:chgData name="Rowan Rovex" userId="c2a28c8c6a1c5112" providerId="Windows Live" clId="Web-{159F59D0-C651-4E9E-9474-997CC6A31AF0}" dt="2026-10-24T16:49:49.792" v="293"/>
          <ac:spMkLst>
            <pc:docMk/>
            <pc:sldMk cId="1887966352" sldId="261"/>
            <ac:spMk id="13" creationId="{D0300FD3-5AF1-6305-15FA-9078072672E2}"/>
          </ac:spMkLst>
        </pc:spChg>
        <pc:picChg chg="add">
          <ac:chgData name="Rowan Rovex" userId="c2a28c8c6a1c5112" providerId="Windows Live" clId="Web-{159F59D0-C651-4E9E-9474-997CC6A31AF0}" dt="2026-10-24T16:49:49.792" v="293"/>
          <ac:picMkLst>
            <pc:docMk/>
            <pc:sldMk cId="1887966352" sldId="261"/>
            <ac:picMk id="5" creationId="{B2A0F298-E954-CBB7-CB20-CA4BBFBB5686}"/>
          </ac:picMkLst>
        </pc:picChg>
      </pc:sldChg>
      <pc:sldChg chg="addSp delSp modSp new mod setBg">
        <pc:chgData name="Rowan Rovex" userId="c2a28c8c6a1c5112" providerId="Windows Live" clId="Web-{159F59D0-C651-4E9E-9474-997CC6A31AF0}" dt="2026-10-24T16:50:40.513" v="296"/>
        <pc:sldMkLst>
          <pc:docMk/>
          <pc:sldMk cId="1994721322" sldId="262"/>
        </pc:sldMkLst>
        <pc:spChg chg="mod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2" creationId="{7AB2902D-A746-AECD-1354-298E9A007FD7}"/>
          </ac:spMkLst>
        </pc:spChg>
        <pc:spChg chg="add del mod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3" creationId="{D10179CF-AD14-7679-26B3-EF9F11F2242A}"/>
          </ac:spMkLst>
        </pc:spChg>
        <pc:spChg chg="add del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9" creationId="{BACC6370-2D7E-4714-9D71-7542949D7D5D}"/>
          </ac:spMkLst>
        </pc:spChg>
        <pc:spChg chg="add del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11" creationId="{256B2C21-A230-48C0-8DF1-C46611373C44}"/>
          </ac:spMkLst>
        </pc:spChg>
        <pc:spChg chg="add del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13" creationId="{3847E18C-932D-4C95-AABA-FEC7C9499AD7}"/>
          </ac:spMkLst>
        </pc:spChg>
        <pc:spChg chg="add del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15" creationId="{3150CB11-0C61-439E-910F-5787759E72A0}"/>
          </ac:spMkLst>
        </pc:spChg>
        <pc:spChg chg="add del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17" creationId="{43F8A58B-5155-44CE-A5FF-7647B47D0A7A}"/>
          </ac:spMkLst>
        </pc:spChg>
        <pc:spChg chg="add del">
          <ac:chgData name="Rowan Rovex" userId="c2a28c8c6a1c5112" providerId="Windows Live" clId="Web-{159F59D0-C651-4E9E-9474-997CC6A31AF0}" dt="2026-10-24T16:50:40.513" v="296"/>
          <ac:spMkLst>
            <pc:docMk/>
            <pc:sldMk cId="1994721322" sldId="262"/>
            <ac:spMk id="19" creationId="{443F2ACA-E6D6-4028-82DD-F03C262D5DE6}"/>
          </ac:spMkLst>
        </pc:spChg>
        <pc:graphicFrameChg chg="add del">
          <ac:chgData name="Rowan Rovex" userId="c2a28c8c6a1c5112" providerId="Windows Live" clId="Web-{159F59D0-C651-4E9E-9474-997CC6A31AF0}" dt="2026-10-24T16:50:40.513" v="296"/>
          <ac:graphicFrameMkLst>
            <pc:docMk/>
            <pc:sldMk cId="1994721322" sldId="262"/>
            <ac:graphicFrameMk id="5" creationId="{7A8A9DDF-BA85-241D-C7DB-8670C4A14905}"/>
          </ac:graphicFrameMkLst>
        </pc:graphicFrameChg>
      </pc:sldChg>
      <pc:sldChg chg="addSp modSp new mod setBg">
        <pc:chgData name="Rowan Rovex" userId="c2a28c8c6a1c5112" providerId="Windows Live" clId="Web-{159F59D0-C651-4E9E-9474-997CC6A31AF0}" dt="2026-10-24T16:50:53.920" v="297"/>
        <pc:sldMkLst>
          <pc:docMk/>
          <pc:sldMk cId="352119239" sldId="263"/>
        </pc:sldMkLst>
        <pc:spChg chg="mod">
          <ac:chgData name="Rowan Rovex" userId="c2a28c8c6a1c5112" providerId="Windows Live" clId="Web-{159F59D0-C651-4E9E-9474-997CC6A31AF0}" dt="2026-10-24T16:50:53.920" v="297"/>
          <ac:spMkLst>
            <pc:docMk/>
            <pc:sldMk cId="352119239" sldId="263"/>
            <ac:spMk id="2" creationId="{69C0B00F-F5FE-99F3-F331-FEC5272D6C8E}"/>
          </ac:spMkLst>
        </pc:spChg>
        <pc:spChg chg="mod">
          <ac:chgData name="Rowan Rovex" userId="c2a28c8c6a1c5112" providerId="Windows Live" clId="Web-{159F59D0-C651-4E9E-9474-997CC6A31AF0}" dt="2026-10-24T16:50:53.920" v="297"/>
          <ac:spMkLst>
            <pc:docMk/>
            <pc:sldMk cId="352119239" sldId="263"/>
            <ac:spMk id="3" creationId="{DA8DD04B-2DE2-AD01-354C-709902D5C69A}"/>
          </ac:spMkLst>
        </pc:spChg>
        <pc:spChg chg="add">
          <ac:chgData name="Rowan Rovex" userId="c2a28c8c6a1c5112" providerId="Windows Live" clId="Web-{159F59D0-C651-4E9E-9474-997CC6A31AF0}" dt="2026-10-24T16:50:53.920" v="297"/>
          <ac:spMkLst>
            <pc:docMk/>
            <pc:sldMk cId="352119239" sldId="263"/>
            <ac:spMk id="8" creationId="{70DFC902-7D23-471A-B557-B6B6917D7A0D}"/>
          </ac:spMkLst>
        </pc:spChg>
        <pc:spChg chg="add">
          <ac:chgData name="Rowan Rovex" userId="c2a28c8c6a1c5112" providerId="Windows Live" clId="Web-{159F59D0-C651-4E9E-9474-997CC6A31AF0}" dt="2026-10-24T16:50:53.920" v="297"/>
          <ac:spMkLst>
            <pc:docMk/>
            <pc:sldMk cId="352119239" sldId="263"/>
            <ac:spMk id="10" creationId="{A55D5633-D557-4DCA-982C-FF36EB7A1C00}"/>
          </ac:spMkLst>
        </pc:spChg>
        <pc:spChg chg="add">
          <ac:chgData name="Rowan Rovex" userId="c2a28c8c6a1c5112" providerId="Windows Live" clId="Web-{159F59D0-C651-4E9E-9474-997CC6A31AF0}" dt="2026-10-24T16:50:53.920" v="297"/>
          <ac:spMkLst>
            <pc:docMk/>
            <pc:sldMk cId="352119239" sldId="263"/>
            <ac:spMk id="12" creationId="{450D3AD2-FA80-415F-A9CE-54D884561CD7}"/>
          </ac:spMkLst>
        </pc:spChg>
      </pc:sldChg>
      <pc:sldChg chg="new del">
        <pc:chgData name="Rowan Rovex" userId="c2a28c8c6a1c5112" providerId="Windows Live" clId="Web-{159F59D0-C651-4E9E-9474-997CC6A31AF0}" dt="2026-10-24T16:47:40.225" v="273"/>
        <pc:sldMkLst>
          <pc:docMk/>
          <pc:sldMk cId="263144478" sldId="264"/>
        </pc:sldMkLst>
      </pc:sldChg>
      <pc:sldChg chg="addSp modSp new mod setBg">
        <pc:chgData name="Rowan Rovex" userId="c2a28c8c6a1c5112" providerId="Windows Live" clId="Web-{159F59D0-C651-4E9E-9474-997CC6A31AF0}" dt="2026-10-24T16:51:03.639" v="298"/>
        <pc:sldMkLst>
          <pc:docMk/>
          <pc:sldMk cId="1834386550" sldId="264"/>
        </pc:sldMkLst>
        <pc:spChg chg="mo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2" creationId="{5E6D99F4-2B11-5EAA-21BA-49FCDB81043E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7" creationId="{577D6B2E-37A3-429E-A37C-F30ED6487282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9" creationId="{5CEAD642-85CF-4750-8432-7C80C901F001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11" creationId="{FA33EEAE-15D5-4119-8C1E-89D943F911EF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13" creationId="{730D8B3B-9B80-4025-B934-26DC7D7CD231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15" creationId="{1064D5D5-227B-4F66-9AEA-46F570E793BD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17" creationId="{646B67A4-D328-4747-A82B-65E84FA46368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19" creationId="{B5A1B09C-1565-46F8-B70F-621C5EB48A09}"/>
          </ac:spMkLst>
        </pc:spChg>
        <pc:spChg chg="add">
          <ac:chgData name="Rowan Rovex" userId="c2a28c8c6a1c5112" providerId="Windows Live" clId="Web-{159F59D0-C651-4E9E-9474-997CC6A31AF0}" dt="2026-10-24T16:51:03.639" v="298"/>
          <ac:spMkLst>
            <pc:docMk/>
            <pc:sldMk cId="1834386550" sldId="264"/>
            <ac:spMk id="21" creationId="{8C516CC8-80AC-446C-A56E-9F54B7210402}"/>
          </ac:spMkLst>
        </pc:spChg>
      </pc:sldChg>
      <pc:sldMasterChg chg="add del addSldLayout delSldLayout">
        <pc:chgData name="Rowan Rovex" userId="c2a28c8c6a1c5112" providerId="Windows Live" clId="Web-{159F59D0-C651-4E9E-9474-997CC6A31AF0}" dt="2026-10-24T15:32:40.184" v="7"/>
        <pc:sldMasterMkLst>
          <pc:docMk/>
          <pc:sldMasterMk cId="2460954070" sldId="2147483660"/>
        </pc:sldMasterMkLst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Rowan Rovex" userId="c2a28c8c6a1c5112" providerId="Windows Live" clId="Web-{159F59D0-C651-4E9E-9474-997CC6A31AF0}" dt="2026-10-24T15:32:40.184" v="7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Rowan Rovex" userId="c2a28c8c6a1c5112" providerId="Windows Live" clId="Web-{159F59D0-C651-4E9E-9474-997CC6A31AF0}" dt="2026-10-24T15:32:40.184" v="7"/>
        <pc:sldMasterMkLst>
          <pc:docMk/>
          <pc:sldMasterMk cId="2085067436" sldId="2147483672"/>
        </pc:sldMasterMkLst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33421472" sldId="2147483673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433742647" sldId="2147483674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330824974" sldId="2147483675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2410515038" sldId="2147483676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2854939440" sldId="2147483677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406909366" sldId="2147483678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2362699807" sldId="2147483679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1937008053" sldId="2147483680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229971254" sldId="2147483681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1578687966" sldId="2147483682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184" v="7"/>
          <pc:sldLayoutMkLst>
            <pc:docMk/>
            <pc:sldMasterMk cId="2085067436" sldId="2147483672"/>
            <pc:sldLayoutMk cId="2526555781" sldId="2147483683"/>
          </pc:sldLayoutMkLst>
        </pc:sldLayoutChg>
      </pc:sldMasterChg>
      <pc:sldMasterChg chg="add del addSldLayout delSldLayout modSldLayout">
        <pc:chgData name="Rowan Rovex" userId="c2a28c8c6a1c5112" providerId="Windows Live" clId="Web-{159F59D0-C651-4E9E-9474-997CC6A31AF0}" dt="2026-10-24T15:32:40.075" v="6"/>
        <pc:sldMasterMkLst>
          <pc:docMk/>
          <pc:sldMasterMk cId="4212029428" sldId="2147483684"/>
        </pc:sldMasterMkLst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150991245" sldId="2147483685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2137536270" sldId="2147483686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2268244579" sldId="2147483687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3111574321" sldId="2147483688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2958226367" sldId="2147483689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2621221142" sldId="2147483690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4014771995" sldId="2147483691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3710964547" sldId="2147483692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1040145448" sldId="2147483693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240326376" sldId="2147483694"/>
          </pc:sldLayoutMkLst>
        </pc:sldLayoutChg>
        <pc:sldLayoutChg chg="add del mod replId">
          <pc:chgData name="Rowan Rovex" userId="c2a28c8c6a1c5112" providerId="Windows Live" clId="Web-{159F59D0-C651-4E9E-9474-997CC6A31AF0}" dt="2026-10-24T15:32:40.075" v="6"/>
          <pc:sldLayoutMkLst>
            <pc:docMk/>
            <pc:sldMasterMk cId="4212029428" sldId="2147483684"/>
            <pc:sldLayoutMk cId="4246818453" sldId="2147483695"/>
          </pc:sldLayoutMkLst>
        </pc:sldLayoutChg>
      </pc:sldMasterChg>
      <pc:sldMasterChg chg="add del addSldLayout delSldLayout modSldLayout">
        <pc:chgData name="Rowan Rovex" userId="c2a28c8c6a1c5112" providerId="Windows Live" clId="Web-{159F59D0-C651-4E9E-9474-997CC6A31AF0}" dt="2026-10-24T15:32:39.794" v="5"/>
        <pc:sldMasterMkLst>
          <pc:docMk/>
          <pc:sldMasterMk cId="1401259605" sldId="2147483696"/>
        </pc:sldMasterMkLst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546369895" sldId="2147483697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160238017" sldId="2147483698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280556020" sldId="2147483699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605197579" sldId="2147483700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707458637" sldId="2147483701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849627931" sldId="2147483702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1531867494" sldId="2147483703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501648675" sldId="2147483704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927067145" sldId="2147483705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430172022" sldId="2147483706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471984088" sldId="2147483707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116653516" sldId="2147483708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542026405" sldId="2147483709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799074089" sldId="2147483710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131306469" sldId="2147483711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571740838" sldId="2147483712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873176767" sldId="2147483713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932172072" sldId="2147483714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4163043514" sldId="2147483715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1652647213" sldId="2147483716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489759618" sldId="2147483717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999921491" sldId="2147483718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220652724" sldId="2147483719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1906949923" sldId="2147483720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4221414839" sldId="2147483721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398948666" sldId="2147483722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2449656577" sldId="2147483723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794" v="5"/>
          <pc:sldLayoutMkLst>
            <pc:docMk/>
            <pc:sldMasterMk cId="1401259605" sldId="2147483696"/>
            <pc:sldLayoutMk cId="3577592693" sldId="2147483724"/>
          </pc:sldLayoutMkLst>
        </pc:sldLayoutChg>
      </pc:sldMasterChg>
      <pc:sldMasterChg chg="add del addSldLayout delSldLayout modSldLayout">
        <pc:chgData name="Rowan Rovex" userId="c2a28c8c6a1c5112" providerId="Windows Live" clId="Web-{159F59D0-C651-4E9E-9474-997CC6A31AF0}" dt="2026-10-24T15:32:39.606" v="4"/>
        <pc:sldMasterMkLst>
          <pc:docMk/>
          <pc:sldMasterMk cId="1120672723" sldId="2147483725"/>
        </pc:sldMasterMkLst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724214076" sldId="2147483726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1346110481" sldId="2147483727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2068865706" sldId="2147483728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2645776585" sldId="2147483729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439727133" sldId="2147483730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1936242514" sldId="2147483731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1141550387" sldId="2147483732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797607472" sldId="2147483733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526633654" sldId="2147483734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90326867" sldId="2147483735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634304182" sldId="2147483736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1774080922" sldId="2147483737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662549435" sldId="2147483738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811617449" sldId="2147483739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952453730" sldId="2147483740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473483700" sldId="2147483741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297574125" sldId="2147483742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2399970501" sldId="2147483743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4246651137" sldId="2147483744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1345031540" sldId="2147483745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218172486" sldId="2147483746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93053014" sldId="2147483747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2098481489" sldId="2147483748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3049669279" sldId="2147483749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618944495" sldId="2147483750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4102302032" sldId="2147483751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2611679330" sldId="2147483752"/>
          </pc:sldLayoutMkLst>
        </pc:sldLayoutChg>
        <pc:sldLayoutChg chg="add del mod replId">
          <pc:chgData name="Rowan Rovex" userId="c2a28c8c6a1c5112" providerId="Windows Live" clId="Web-{159F59D0-C651-4E9E-9474-997CC6A31AF0}" dt="2026-10-24T15:32:39.606" v="4"/>
          <pc:sldLayoutMkLst>
            <pc:docMk/>
            <pc:sldMasterMk cId="1120672723" sldId="2147483725"/>
            <pc:sldLayoutMk cId="4167816483" sldId="2147483753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B66FDD-F0DF-4B19-985F-4D78ECEEF2D4}" type="doc">
      <dgm:prSet loTypeId="urn:microsoft.com/office/officeart/2005/8/layout/default" loCatId="list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784C374-7CF3-4F16-B200-BE874CFFF38D}">
      <dgm:prSet/>
      <dgm:spPr/>
      <dgm:t>
        <a:bodyPr/>
        <a:lstStyle/>
        <a:p>
          <a:r>
            <a:rPr lang="en-US"/>
            <a:t>FinTrust Bank is a fictional banking institution created for this portfolio project.</a:t>
          </a:r>
        </a:p>
      </dgm:t>
    </dgm:pt>
    <dgm:pt modelId="{DDBC50D8-D679-459E-A5B0-146C7E06223E}" type="parTrans" cxnId="{8333560E-DB77-4AC8-9344-23AC8EE7B6AB}">
      <dgm:prSet/>
      <dgm:spPr/>
      <dgm:t>
        <a:bodyPr/>
        <a:lstStyle/>
        <a:p>
          <a:endParaRPr lang="en-US"/>
        </a:p>
      </dgm:t>
    </dgm:pt>
    <dgm:pt modelId="{91E92553-2D72-4166-9108-7D2866D203F6}" type="sibTrans" cxnId="{8333560E-DB77-4AC8-9344-23AC8EE7B6AB}">
      <dgm:prSet/>
      <dgm:spPr/>
      <dgm:t>
        <a:bodyPr/>
        <a:lstStyle/>
        <a:p>
          <a:endParaRPr lang="en-US"/>
        </a:p>
      </dgm:t>
    </dgm:pt>
    <dgm:pt modelId="{E6D50B10-11FA-41B0-AE0D-11618CC5E365}">
      <dgm:prSet/>
      <dgm:spPr/>
      <dgm:t>
        <a:bodyPr/>
        <a:lstStyle/>
        <a:p>
          <a:r>
            <a:rPr lang="en-US"/>
            <a:t>Provides loan products to individual customers.</a:t>
          </a:r>
        </a:p>
      </dgm:t>
    </dgm:pt>
    <dgm:pt modelId="{39357D85-77E8-47E5-B431-365DAA864CBE}" type="parTrans" cxnId="{160C91F3-8C82-48D9-BE5C-727BFA1CBF39}">
      <dgm:prSet/>
      <dgm:spPr/>
      <dgm:t>
        <a:bodyPr/>
        <a:lstStyle/>
        <a:p>
          <a:endParaRPr lang="en-US"/>
        </a:p>
      </dgm:t>
    </dgm:pt>
    <dgm:pt modelId="{BAD40AFE-BEB1-4DD7-9B07-46EDDEF9EEB9}" type="sibTrans" cxnId="{160C91F3-8C82-48D9-BE5C-727BFA1CBF39}">
      <dgm:prSet/>
      <dgm:spPr/>
      <dgm:t>
        <a:bodyPr/>
        <a:lstStyle/>
        <a:p>
          <a:endParaRPr lang="en-US"/>
        </a:p>
      </dgm:t>
    </dgm:pt>
    <dgm:pt modelId="{12DE29EF-08C0-4F37-BB17-ACCD1851BE61}">
      <dgm:prSet/>
      <dgm:spPr/>
      <dgm:t>
        <a:bodyPr/>
        <a:lstStyle/>
        <a:p>
          <a:r>
            <a:rPr lang="en-US"/>
            <a:t>Loan applications come from customers with different financial and credit profiles.</a:t>
          </a:r>
        </a:p>
      </dgm:t>
    </dgm:pt>
    <dgm:pt modelId="{95BAD1C2-2985-4DCD-AFC1-F936C28A6552}" type="parTrans" cxnId="{C3538444-CD27-474A-B48C-1FF9D2AF6777}">
      <dgm:prSet/>
      <dgm:spPr/>
      <dgm:t>
        <a:bodyPr/>
        <a:lstStyle/>
        <a:p>
          <a:endParaRPr lang="en-US"/>
        </a:p>
      </dgm:t>
    </dgm:pt>
    <dgm:pt modelId="{5FBEEE71-DC4D-4573-A4DA-C565064BAF88}" type="sibTrans" cxnId="{C3538444-CD27-474A-B48C-1FF9D2AF6777}">
      <dgm:prSet/>
      <dgm:spPr/>
      <dgm:t>
        <a:bodyPr/>
        <a:lstStyle/>
        <a:p>
          <a:endParaRPr lang="en-US"/>
        </a:p>
      </dgm:t>
    </dgm:pt>
    <dgm:pt modelId="{3D254965-8D10-401A-BFC5-201C858C681B}">
      <dgm:prSet/>
      <dgm:spPr/>
      <dgm:t>
        <a:bodyPr/>
        <a:lstStyle/>
        <a:p>
          <a:r>
            <a:rPr lang="en-US"/>
            <a:t>The business needs to understand which factors are associated with different approval outcomes.</a:t>
          </a:r>
        </a:p>
      </dgm:t>
    </dgm:pt>
    <dgm:pt modelId="{1949FB73-E6E3-45CC-947C-D62BE2FD0714}" type="parTrans" cxnId="{CEB1E0EA-F4DF-4DAB-BEFA-9F53F392907D}">
      <dgm:prSet/>
      <dgm:spPr/>
      <dgm:t>
        <a:bodyPr/>
        <a:lstStyle/>
        <a:p>
          <a:endParaRPr lang="en-US"/>
        </a:p>
      </dgm:t>
    </dgm:pt>
    <dgm:pt modelId="{241F8CF1-62EF-4980-ACBF-9ADAD333CEDF}" type="sibTrans" cxnId="{CEB1E0EA-F4DF-4DAB-BEFA-9F53F392907D}">
      <dgm:prSet/>
      <dgm:spPr/>
      <dgm:t>
        <a:bodyPr/>
        <a:lstStyle/>
        <a:p>
          <a:endParaRPr lang="en-US"/>
        </a:p>
      </dgm:t>
    </dgm:pt>
    <dgm:pt modelId="{46FBA1E3-653D-4868-A3EB-FFFFB7340C92}">
      <dgm:prSet/>
      <dgm:spPr/>
      <dgm:t>
        <a:bodyPr/>
        <a:lstStyle/>
        <a:p>
          <a:r>
            <a:rPr lang="en-US"/>
            <a:t>The overall approval rate does not explain why some applications are approved while others are not.</a:t>
          </a:r>
        </a:p>
      </dgm:t>
    </dgm:pt>
    <dgm:pt modelId="{C80E65F9-A605-4500-8E64-EBCEE9A00B0A}" type="parTrans" cxnId="{B4A22BB8-B43F-43E2-916D-AEAF611A456F}">
      <dgm:prSet/>
      <dgm:spPr/>
      <dgm:t>
        <a:bodyPr/>
        <a:lstStyle/>
        <a:p>
          <a:endParaRPr lang="en-US"/>
        </a:p>
      </dgm:t>
    </dgm:pt>
    <dgm:pt modelId="{CAC8F1D6-9898-48D0-BCC4-FBE5A3E16E13}" type="sibTrans" cxnId="{B4A22BB8-B43F-43E2-916D-AEAF611A456F}">
      <dgm:prSet/>
      <dgm:spPr/>
      <dgm:t>
        <a:bodyPr/>
        <a:lstStyle/>
        <a:p>
          <a:endParaRPr lang="en-US"/>
        </a:p>
      </dgm:t>
    </dgm:pt>
    <dgm:pt modelId="{94303711-7EDA-442C-95AF-454D8D59CBDF}" type="pres">
      <dgm:prSet presAssocID="{9EB66FDD-F0DF-4B19-985F-4D78ECEEF2D4}" presName="diagram" presStyleCnt="0">
        <dgm:presLayoutVars>
          <dgm:dir/>
          <dgm:resizeHandles val="exact"/>
        </dgm:presLayoutVars>
      </dgm:prSet>
      <dgm:spPr/>
    </dgm:pt>
    <dgm:pt modelId="{C29FA3C2-3FE9-4362-AAB3-744942DDEDFD}" type="pres">
      <dgm:prSet presAssocID="{0784C374-7CF3-4F16-B200-BE874CFFF38D}" presName="node" presStyleLbl="node1" presStyleIdx="0" presStyleCnt="5">
        <dgm:presLayoutVars>
          <dgm:bulletEnabled val="1"/>
        </dgm:presLayoutVars>
      </dgm:prSet>
      <dgm:spPr/>
    </dgm:pt>
    <dgm:pt modelId="{2969E3DE-AB39-45B1-828C-C974AE432997}" type="pres">
      <dgm:prSet presAssocID="{91E92553-2D72-4166-9108-7D2866D203F6}" presName="sibTrans" presStyleCnt="0"/>
      <dgm:spPr/>
    </dgm:pt>
    <dgm:pt modelId="{289302CE-B649-41D0-BF97-407B906AE547}" type="pres">
      <dgm:prSet presAssocID="{E6D50B10-11FA-41B0-AE0D-11618CC5E365}" presName="node" presStyleLbl="node1" presStyleIdx="1" presStyleCnt="5">
        <dgm:presLayoutVars>
          <dgm:bulletEnabled val="1"/>
        </dgm:presLayoutVars>
      </dgm:prSet>
      <dgm:spPr/>
    </dgm:pt>
    <dgm:pt modelId="{324B9993-FF89-45C9-B53E-9D0111DDAFEF}" type="pres">
      <dgm:prSet presAssocID="{BAD40AFE-BEB1-4DD7-9B07-46EDDEF9EEB9}" presName="sibTrans" presStyleCnt="0"/>
      <dgm:spPr/>
    </dgm:pt>
    <dgm:pt modelId="{0CF0497C-AEEB-4DC6-A1E1-326D7A5A5F1F}" type="pres">
      <dgm:prSet presAssocID="{12DE29EF-08C0-4F37-BB17-ACCD1851BE61}" presName="node" presStyleLbl="node1" presStyleIdx="2" presStyleCnt="5">
        <dgm:presLayoutVars>
          <dgm:bulletEnabled val="1"/>
        </dgm:presLayoutVars>
      </dgm:prSet>
      <dgm:spPr/>
    </dgm:pt>
    <dgm:pt modelId="{09787B32-46AA-4966-BEC9-FBF9E44E9029}" type="pres">
      <dgm:prSet presAssocID="{5FBEEE71-DC4D-4573-A4DA-C565064BAF88}" presName="sibTrans" presStyleCnt="0"/>
      <dgm:spPr/>
    </dgm:pt>
    <dgm:pt modelId="{A0B4B245-4C3B-4718-91FE-4A24C3168683}" type="pres">
      <dgm:prSet presAssocID="{3D254965-8D10-401A-BFC5-201C858C681B}" presName="node" presStyleLbl="node1" presStyleIdx="3" presStyleCnt="5">
        <dgm:presLayoutVars>
          <dgm:bulletEnabled val="1"/>
        </dgm:presLayoutVars>
      </dgm:prSet>
      <dgm:spPr/>
    </dgm:pt>
    <dgm:pt modelId="{97DE1224-48D8-4924-8FBD-028B847D922A}" type="pres">
      <dgm:prSet presAssocID="{241F8CF1-62EF-4980-ACBF-9ADAD333CEDF}" presName="sibTrans" presStyleCnt="0"/>
      <dgm:spPr/>
    </dgm:pt>
    <dgm:pt modelId="{26090D5A-C4BA-4C20-A561-7B8A35AE9BC2}" type="pres">
      <dgm:prSet presAssocID="{46FBA1E3-653D-4868-A3EB-FFFFB7340C92}" presName="node" presStyleLbl="node1" presStyleIdx="4" presStyleCnt="5">
        <dgm:presLayoutVars>
          <dgm:bulletEnabled val="1"/>
        </dgm:presLayoutVars>
      </dgm:prSet>
      <dgm:spPr/>
    </dgm:pt>
  </dgm:ptLst>
  <dgm:cxnLst>
    <dgm:cxn modelId="{8333560E-DB77-4AC8-9344-23AC8EE7B6AB}" srcId="{9EB66FDD-F0DF-4B19-985F-4D78ECEEF2D4}" destId="{0784C374-7CF3-4F16-B200-BE874CFFF38D}" srcOrd="0" destOrd="0" parTransId="{DDBC50D8-D679-459E-A5B0-146C7E06223E}" sibTransId="{91E92553-2D72-4166-9108-7D2866D203F6}"/>
    <dgm:cxn modelId="{A0E87514-48EF-4544-BBF7-5E0279DD745C}" type="presOf" srcId="{46FBA1E3-653D-4868-A3EB-FFFFB7340C92}" destId="{26090D5A-C4BA-4C20-A561-7B8A35AE9BC2}" srcOrd="0" destOrd="0" presId="urn:microsoft.com/office/officeart/2005/8/layout/default"/>
    <dgm:cxn modelId="{2EA0FA43-468B-4137-A9BD-EB0BC9C1E53F}" type="presOf" srcId="{0784C374-7CF3-4F16-B200-BE874CFFF38D}" destId="{C29FA3C2-3FE9-4362-AAB3-744942DDEDFD}" srcOrd="0" destOrd="0" presId="urn:microsoft.com/office/officeart/2005/8/layout/default"/>
    <dgm:cxn modelId="{C3538444-CD27-474A-B48C-1FF9D2AF6777}" srcId="{9EB66FDD-F0DF-4B19-985F-4D78ECEEF2D4}" destId="{12DE29EF-08C0-4F37-BB17-ACCD1851BE61}" srcOrd="2" destOrd="0" parTransId="{95BAD1C2-2985-4DCD-AFC1-F936C28A6552}" sibTransId="{5FBEEE71-DC4D-4573-A4DA-C565064BAF88}"/>
    <dgm:cxn modelId="{F1FF9FB5-B797-46C1-9AB8-CFB232095BBD}" type="presOf" srcId="{3D254965-8D10-401A-BFC5-201C858C681B}" destId="{A0B4B245-4C3B-4718-91FE-4A24C3168683}" srcOrd="0" destOrd="0" presId="urn:microsoft.com/office/officeart/2005/8/layout/default"/>
    <dgm:cxn modelId="{B4A22BB8-B43F-43E2-916D-AEAF611A456F}" srcId="{9EB66FDD-F0DF-4B19-985F-4D78ECEEF2D4}" destId="{46FBA1E3-653D-4868-A3EB-FFFFB7340C92}" srcOrd="4" destOrd="0" parTransId="{C80E65F9-A605-4500-8E64-EBCEE9A00B0A}" sibTransId="{CAC8F1D6-9898-48D0-BCC4-FBE5A3E16E13}"/>
    <dgm:cxn modelId="{080343C0-B32D-4720-B69D-B3A71FC15D28}" type="presOf" srcId="{12DE29EF-08C0-4F37-BB17-ACCD1851BE61}" destId="{0CF0497C-AEEB-4DC6-A1E1-326D7A5A5F1F}" srcOrd="0" destOrd="0" presId="urn:microsoft.com/office/officeart/2005/8/layout/default"/>
    <dgm:cxn modelId="{82F4C6D6-E5CC-49C0-84B4-FFD024862BA7}" type="presOf" srcId="{E6D50B10-11FA-41B0-AE0D-11618CC5E365}" destId="{289302CE-B649-41D0-BF97-407B906AE547}" srcOrd="0" destOrd="0" presId="urn:microsoft.com/office/officeart/2005/8/layout/default"/>
    <dgm:cxn modelId="{7290EAD6-2A61-4AD3-A800-2519101330A4}" type="presOf" srcId="{9EB66FDD-F0DF-4B19-985F-4D78ECEEF2D4}" destId="{94303711-7EDA-442C-95AF-454D8D59CBDF}" srcOrd="0" destOrd="0" presId="urn:microsoft.com/office/officeart/2005/8/layout/default"/>
    <dgm:cxn modelId="{CEB1E0EA-F4DF-4DAB-BEFA-9F53F392907D}" srcId="{9EB66FDD-F0DF-4B19-985F-4D78ECEEF2D4}" destId="{3D254965-8D10-401A-BFC5-201C858C681B}" srcOrd="3" destOrd="0" parTransId="{1949FB73-E6E3-45CC-947C-D62BE2FD0714}" sibTransId="{241F8CF1-62EF-4980-ACBF-9ADAD333CEDF}"/>
    <dgm:cxn modelId="{160C91F3-8C82-48D9-BE5C-727BFA1CBF39}" srcId="{9EB66FDD-F0DF-4B19-985F-4D78ECEEF2D4}" destId="{E6D50B10-11FA-41B0-AE0D-11618CC5E365}" srcOrd="1" destOrd="0" parTransId="{39357D85-77E8-47E5-B431-365DAA864CBE}" sibTransId="{BAD40AFE-BEB1-4DD7-9B07-46EDDEF9EEB9}"/>
    <dgm:cxn modelId="{BE090FA7-86DF-4593-BA3F-CC4258B12F53}" type="presParOf" srcId="{94303711-7EDA-442C-95AF-454D8D59CBDF}" destId="{C29FA3C2-3FE9-4362-AAB3-744942DDEDFD}" srcOrd="0" destOrd="0" presId="urn:microsoft.com/office/officeart/2005/8/layout/default"/>
    <dgm:cxn modelId="{295E5547-0815-4A12-A2B3-A5458D0E7922}" type="presParOf" srcId="{94303711-7EDA-442C-95AF-454D8D59CBDF}" destId="{2969E3DE-AB39-45B1-828C-C974AE432997}" srcOrd="1" destOrd="0" presId="urn:microsoft.com/office/officeart/2005/8/layout/default"/>
    <dgm:cxn modelId="{1FE72C91-8671-4EA5-9FFB-681B460761BC}" type="presParOf" srcId="{94303711-7EDA-442C-95AF-454D8D59CBDF}" destId="{289302CE-B649-41D0-BF97-407B906AE547}" srcOrd="2" destOrd="0" presId="urn:microsoft.com/office/officeart/2005/8/layout/default"/>
    <dgm:cxn modelId="{5267210F-B470-4931-8D69-F7D9E7D00FED}" type="presParOf" srcId="{94303711-7EDA-442C-95AF-454D8D59CBDF}" destId="{324B9993-FF89-45C9-B53E-9D0111DDAFEF}" srcOrd="3" destOrd="0" presId="urn:microsoft.com/office/officeart/2005/8/layout/default"/>
    <dgm:cxn modelId="{2C4F3995-B545-4FD3-AD85-941AC00158D7}" type="presParOf" srcId="{94303711-7EDA-442C-95AF-454D8D59CBDF}" destId="{0CF0497C-AEEB-4DC6-A1E1-326D7A5A5F1F}" srcOrd="4" destOrd="0" presId="urn:microsoft.com/office/officeart/2005/8/layout/default"/>
    <dgm:cxn modelId="{5A2B11F9-019E-461D-BC5A-00B1E6EA005C}" type="presParOf" srcId="{94303711-7EDA-442C-95AF-454D8D59CBDF}" destId="{09787B32-46AA-4966-BEC9-FBF9E44E9029}" srcOrd="5" destOrd="0" presId="urn:microsoft.com/office/officeart/2005/8/layout/default"/>
    <dgm:cxn modelId="{370F3868-5FCE-4121-92BA-F53B08D970EE}" type="presParOf" srcId="{94303711-7EDA-442C-95AF-454D8D59CBDF}" destId="{A0B4B245-4C3B-4718-91FE-4A24C3168683}" srcOrd="6" destOrd="0" presId="urn:microsoft.com/office/officeart/2005/8/layout/default"/>
    <dgm:cxn modelId="{4AEB9B6E-B387-4A1D-AA95-CBB7CA5A0F59}" type="presParOf" srcId="{94303711-7EDA-442C-95AF-454D8D59CBDF}" destId="{97DE1224-48D8-4924-8FBD-028B847D922A}" srcOrd="7" destOrd="0" presId="urn:microsoft.com/office/officeart/2005/8/layout/default"/>
    <dgm:cxn modelId="{F55A241E-314B-4678-A8B5-5FF362DA7A9A}" type="presParOf" srcId="{94303711-7EDA-442C-95AF-454D8D59CBDF}" destId="{26090D5A-C4BA-4C20-A561-7B8A35AE9BC2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D4B438-4593-488A-8B21-E8D03A0119A7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1C4C2BA-3CD1-4CC2-A79F-DFBD516A539D}">
      <dgm:prSet/>
      <dgm:spPr/>
      <dgm:t>
        <a:bodyPr/>
        <a:lstStyle/>
        <a:p>
          <a:r>
            <a:rPr lang="en-US"/>
            <a:t>Analyze </a:t>
          </a:r>
          <a:r>
            <a:rPr lang="en-US" b="1"/>
            <a:t>30,000 loan applications</a:t>
          </a:r>
          <a:r>
            <a:rPr lang="en-US"/>
            <a:t>.</a:t>
          </a:r>
        </a:p>
      </dgm:t>
    </dgm:pt>
    <dgm:pt modelId="{86EA82E4-15E1-4C18-A4EA-DFB49396C174}" type="parTrans" cxnId="{B3CF047F-3C46-4344-B2A9-0FCF3861296D}">
      <dgm:prSet/>
      <dgm:spPr/>
      <dgm:t>
        <a:bodyPr/>
        <a:lstStyle/>
        <a:p>
          <a:endParaRPr lang="en-US"/>
        </a:p>
      </dgm:t>
    </dgm:pt>
    <dgm:pt modelId="{B934E271-B5B3-4E03-9A92-DC774C6CEC08}" type="sibTrans" cxnId="{B3CF047F-3C46-4344-B2A9-0FCF3861296D}">
      <dgm:prSet/>
      <dgm:spPr/>
      <dgm:t>
        <a:bodyPr/>
        <a:lstStyle/>
        <a:p>
          <a:endParaRPr lang="en-US"/>
        </a:p>
      </dgm:t>
    </dgm:pt>
    <dgm:pt modelId="{390961AE-CFBA-47C4-A1B3-D8C47145D551}">
      <dgm:prSet/>
      <dgm:spPr/>
      <dgm:t>
        <a:bodyPr/>
        <a:lstStyle/>
        <a:p>
          <a:r>
            <a:rPr lang="en-US"/>
            <a:t>Examine factors related to </a:t>
          </a:r>
          <a:r>
            <a:rPr lang="en-US" b="1"/>
            <a:t>loan approval outcomes</a:t>
          </a:r>
          <a:r>
            <a:rPr lang="en-US"/>
            <a:t>.</a:t>
          </a:r>
        </a:p>
      </dgm:t>
    </dgm:pt>
    <dgm:pt modelId="{F22070E9-BA8A-4AF2-81F8-1AA02DD62E33}" type="parTrans" cxnId="{B5F777A3-EED3-441D-A20A-DE1F91349A35}">
      <dgm:prSet/>
      <dgm:spPr/>
      <dgm:t>
        <a:bodyPr/>
        <a:lstStyle/>
        <a:p>
          <a:endParaRPr lang="en-US"/>
        </a:p>
      </dgm:t>
    </dgm:pt>
    <dgm:pt modelId="{6162F3EC-94F2-4A8C-9C5D-B8B069747EAD}" type="sibTrans" cxnId="{B5F777A3-EED3-441D-A20A-DE1F91349A35}">
      <dgm:prSet/>
      <dgm:spPr/>
      <dgm:t>
        <a:bodyPr/>
        <a:lstStyle/>
        <a:p>
          <a:endParaRPr lang="en-US"/>
        </a:p>
      </dgm:t>
    </dgm:pt>
    <dgm:pt modelId="{A69FFA2C-3E3F-43FF-B437-A855C916FCAE}">
      <dgm:prSet/>
      <dgm:spPr/>
      <dgm:t>
        <a:bodyPr/>
        <a:lstStyle/>
        <a:p>
          <a:r>
            <a:rPr lang="en-US"/>
            <a:t>Analyze </a:t>
          </a:r>
          <a:r>
            <a:rPr lang="en-US" b="1"/>
            <a:t>credit score, DTI, loan amount, employment type, education, and previous defaults</a:t>
          </a:r>
          <a:r>
            <a:rPr lang="en-US"/>
            <a:t>.</a:t>
          </a:r>
        </a:p>
      </dgm:t>
    </dgm:pt>
    <dgm:pt modelId="{B3B1D667-B96F-4965-8FFF-0BCB4B9DF4BD}" type="parTrans" cxnId="{093DD3FE-E149-4ADD-B9F5-4B2391B82E39}">
      <dgm:prSet/>
      <dgm:spPr/>
      <dgm:t>
        <a:bodyPr/>
        <a:lstStyle/>
        <a:p>
          <a:endParaRPr lang="en-US"/>
        </a:p>
      </dgm:t>
    </dgm:pt>
    <dgm:pt modelId="{9B56C7C3-34EF-488C-B5EB-A081E42DD7D5}" type="sibTrans" cxnId="{093DD3FE-E149-4ADD-B9F5-4B2391B82E39}">
      <dgm:prSet/>
      <dgm:spPr/>
      <dgm:t>
        <a:bodyPr/>
        <a:lstStyle/>
        <a:p>
          <a:endParaRPr lang="en-US"/>
        </a:p>
      </dgm:t>
    </dgm:pt>
    <dgm:pt modelId="{EC36DDB4-7FAD-4322-B8DC-C99357FE36FB}">
      <dgm:prSet/>
      <dgm:spPr/>
      <dgm:t>
        <a:bodyPr/>
        <a:lstStyle/>
        <a:p>
          <a:r>
            <a:rPr lang="en-US"/>
            <a:t>Identify </a:t>
          </a:r>
          <a:r>
            <a:rPr lang="en-US" b="1"/>
            <a:t>patterns across different applicant segments</a:t>
          </a:r>
          <a:r>
            <a:rPr lang="en-US"/>
            <a:t>.</a:t>
          </a:r>
        </a:p>
      </dgm:t>
    </dgm:pt>
    <dgm:pt modelId="{3EE1AE3A-C7BA-438B-8B9A-2A7E99922F6E}" type="parTrans" cxnId="{E163A0F3-F830-4B77-971D-190828F9765E}">
      <dgm:prSet/>
      <dgm:spPr/>
      <dgm:t>
        <a:bodyPr/>
        <a:lstStyle/>
        <a:p>
          <a:endParaRPr lang="en-US"/>
        </a:p>
      </dgm:t>
    </dgm:pt>
    <dgm:pt modelId="{B0A2F450-7314-4E87-9F6C-55C205D92336}" type="sibTrans" cxnId="{E163A0F3-F830-4B77-971D-190828F9765E}">
      <dgm:prSet/>
      <dgm:spPr/>
      <dgm:t>
        <a:bodyPr/>
        <a:lstStyle/>
        <a:p>
          <a:endParaRPr lang="en-US"/>
        </a:p>
      </dgm:t>
    </dgm:pt>
    <dgm:pt modelId="{08B7975A-F789-4FA8-9CE2-4CA792EABD6F}">
      <dgm:prSet/>
      <dgm:spPr/>
      <dgm:t>
        <a:bodyPr/>
        <a:lstStyle/>
        <a:p>
          <a:r>
            <a:rPr lang="en-US"/>
            <a:t>Create an </a:t>
          </a:r>
          <a:r>
            <a:rPr lang="en-US" b="1"/>
            <a:t>exploratory credit-risk segmentation</a:t>
          </a:r>
          <a:r>
            <a:rPr lang="en-US"/>
            <a:t>.</a:t>
          </a:r>
        </a:p>
      </dgm:t>
    </dgm:pt>
    <dgm:pt modelId="{457E5144-B654-4FC3-8D09-604EDB745B0F}" type="parTrans" cxnId="{446DF32C-E182-43CC-8F32-9C8EFF0A43DC}">
      <dgm:prSet/>
      <dgm:spPr/>
      <dgm:t>
        <a:bodyPr/>
        <a:lstStyle/>
        <a:p>
          <a:endParaRPr lang="en-US"/>
        </a:p>
      </dgm:t>
    </dgm:pt>
    <dgm:pt modelId="{750D18B4-F60F-49B4-8CDE-D7EFD0E075D0}" type="sibTrans" cxnId="{446DF32C-E182-43CC-8F32-9C8EFF0A43DC}">
      <dgm:prSet/>
      <dgm:spPr/>
      <dgm:t>
        <a:bodyPr/>
        <a:lstStyle/>
        <a:p>
          <a:endParaRPr lang="en-US"/>
        </a:p>
      </dgm:t>
    </dgm:pt>
    <dgm:pt modelId="{AF33525F-4E78-41CD-9394-1A566D2A1B17}">
      <dgm:prSet/>
      <dgm:spPr/>
      <dgm:t>
        <a:bodyPr/>
        <a:lstStyle/>
        <a:p>
          <a:r>
            <a:rPr lang="en-US"/>
            <a:t>Generate </a:t>
          </a:r>
          <a:r>
            <a:rPr lang="en-US" b="1"/>
            <a:t>business insights and recommendations</a:t>
          </a:r>
          <a:r>
            <a:rPr lang="en-US"/>
            <a:t> to support loan-approval analysis.</a:t>
          </a:r>
        </a:p>
      </dgm:t>
    </dgm:pt>
    <dgm:pt modelId="{E0B7FBD3-4CBC-4812-B8BE-609D09C8AF08}" type="parTrans" cxnId="{0D4DED37-1784-4F2B-9AFE-28F063442922}">
      <dgm:prSet/>
      <dgm:spPr/>
      <dgm:t>
        <a:bodyPr/>
        <a:lstStyle/>
        <a:p>
          <a:endParaRPr lang="en-US"/>
        </a:p>
      </dgm:t>
    </dgm:pt>
    <dgm:pt modelId="{7C37A562-FBC0-465F-99F2-EC25B00A74BE}" type="sibTrans" cxnId="{0D4DED37-1784-4F2B-9AFE-28F063442922}">
      <dgm:prSet/>
      <dgm:spPr/>
      <dgm:t>
        <a:bodyPr/>
        <a:lstStyle/>
        <a:p>
          <a:endParaRPr lang="en-US"/>
        </a:p>
      </dgm:t>
    </dgm:pt>
    <dgm:pt modelId="{2FD38F20-93BB-4A98-A1E2-EBDF800DC25E}" type="pres">
      <dgm:prSet presAssocID="{57D4B438-4593-488A-8B21-E8D03A0119A7}" presName="Name0" presStyleCnt="0">
        <dgm:presLayoutVars>
          <dgm:dir/>
          <dgm:resizeHandles val="exact"/>
        </dgm:presLayoutVars>
      </dgm:prSet>
      <dgm:spPr/>
    </dgm:pt>
    <dgm:pt modelId="{A16A99EB-FABA-49F8-972B-F02C5A54D9FD}" type="pres">
      <dgm:prSet presAssocID="{D1C4C2BA-3CD1-4CC2-A79F-DFBD516A539D}" presName="node" presStyleLbl="node1" presStyleIdx="0" presStyleCnt="6">
        <dgm:presLayoutVars>
          <dgm:bulletEnabled val="1"/>
        </dgm:presLayoutVars>
      </dgm:prSet>
      <dgm:spPr/>
    </dgm:pt>
    <dgm:pt modelId="{D930AAD8-9CDA-40B6-A391-EBA864578E4B}" type="pres">
      <dgm:prSet presAssocID="{B934E271-B5B3-4E03-9A92-DC774C6CEC08}" presName="sibTrans" presStyleLbl="sibTrans1D1" presStyleIdx="0" presStyleCnt="5"/>
      <dgm:spPr/>
    </dgm:pt>
    <dgm:pt modelId="{4D95DBE0-4602-4CB5-A671-D1CE0B840CF6}" type="pres">
      <dgm:prSet presAssocID="{B934E271-B5B3-4E03-9A92-DC774C6CEC08}" presName="connectorText" presStyleLbl="sibTrans1D1" presStyleIdx="0" presStyleCnt="5"/>
      <dgm:spPr/>
    </dgm:pt>
    <dgm:pt modelId="{229B4A1B-15BD-462A-9191-74CA787744F5}" type="pres">
      <dgm:prSet presAssocID="{390961AE-CFBA-47C4-A1B3-D8C47145D551}" presName="node" presStyleLbl="node1" presStyleIdx="1" presStyleCnt="6">
        <dgm:presLayoutVars>
          <dgm:bulletEnabled val="1"/>
        </dgm:presLayoutVars>
      </dgm:prSet>
      <dgm:spPr/>
    </dgm:pt>
    <dgm:pt modelId="{E28991B0-616F-4431-BBA8-06C6EDD75873}" type="pres">
      <dgm:prSet presAssocID="{6162F3EC-94F2-4A8C-9C5D-B8B069747EAD}" presName="sibTrans" presStyleLbl="sibTrans1D1" presStyleIdx="1" presStyleCnt="5"/>
      <dgm:spPr/>
    </dgm:pt>
    <dgm:pt modelId="{F588B115-1E4D-46D7-A1D3-9860A68A4CC2}" type="pres">
      <dgm:prSet presAssocID="{6162F3EC-94F2-4A8C-9C5D-B8B069747EAD}" presName="connectorText" presStyleLbl="sibTrans1D1" presStyleIdx="1" presStyleCnt="5"/>
      <dgm:spPr/>
    </dgm:pt>
    <dgm:pt modelId="{7BCAE062-2E29-42B3-A9D6-DB6F173E4153}" type="pres">
      <dgm:prSet presAssocID="{A69FFA2C-3E3F-43FF-B437-A855C916FCAE}" presName="node" presStyleLbl="node1" presStyleIdx="2" presStyleCnt="6">
        <dgm:presLayoutVars>
          <dgm:bulletEnabled val="1"/>
        </dgm:presLayoutVars>
      </dgm:prSet>
      <dgm:spPr/>
    </dgm:pt>
    <dgm:pt modelId="{41970C4A-B07F-46F5-AB4F-3ED7719D1122}" type="pres">
      <dgm:prSet presAssocID="{9B56C7C3-34EF-488C-B5EB-A081E42DD7D5}" presName="sibTrans" presStyleLbl="sibTrans1D1" presStyleIdx="2" presStyleCnt="5"/>
      <dgm:spPr/>
    </dgm:pt>
    <dgm:pt modelId="{5C0F0696-A7A1-4D49-A948-DFD86F7B682B}" type="pres">
      <dgm:prSet presAssocID="{9B56C7C3-34EF-488C-B5EB-A081E42DD7D5}" presName="connectorText" presStyleLbl="sibTrans1D1" presStyleIdx="2" presStyleCnt="5"/>
      <dgm:spPr/>
    </dgm:pt>
    <dgm:pt modelId="{70EEC49E-82F5-487F-A78F-3E10D25CEBE8}" type="pres">
      <dgm:prSet presAssocID="{EC36DDB4-7FAD-4322-B8DC-C99357FE36FB}" presName="node" presStyleLbl="node1" presStyleIdx="3" presStyleCnt="6">
        <dgm:presLayoutVars>
          <dgm:bulletEnabled val="1"/>
        </dgm:presLayoutVars>
      </dgm:prSet>
      <dgm:spPr/>
    </dgm:pt>
    <dgm:pt modelId="{95FAAFCF-4306-4BAA-93B5-BF76C71E7F30}" type="pres">
      <dgm:prSet presAssocID="{B0A2F450-7314-4E87-9F6C-55C205D92336}" presName="sibTrans" presStyleLbl="sibTrans1D1" presStyleIdx="3" presStyleCnt="5"/>
      <dgm:spPr/>
    </dgm:pt>
    <dgm:pt modelId="{FD56F901-3621-4296-9EA3-D433D036D868}" type="pres">
      <dgm:prSet presAssocID="{B0A2F450-7314-4E87-9F6C-55C205D92336}" presName="connectorText" presStyleLbl="sibTrans1D1" presStyleIdx="3" presStyleCnt="5"/>
      <dgm:spPr/>
    </dgm:pt>
    <dgm:pt modelId="{451496B2-F772-4EED-8FF8-D5F534B54F94}" type="pres">
      <dgm:prSet presAssocID="{08B7975A-F789-4FA8-9CE2-4CA792EABD6F}" presName="node" presStyleLbl="node1" presStyleIdx="4" presStyleCnt="6">
        <dgm:presLayoutVars>
          <dgm:bulletEnabled val="1"/>
        </dgm:presLayoutVars>
      </dgm:prSet>
      <dgm:spPr/>
    </dgm:pt>
    <dgm:pt modelId="{F968C686-352B-4438-90B2-1E988F144BF5}" type="pres">
      <dgm:prSet presAssocID="{750D18B4-F60F-49B4-8CDE-D7EFD0E075D0}" presName="sibTrans" presStyleLbl="sibTrans1D1" presStyleIdx="4" presStyleCnt="5"/>
      <dgm:spPr/>
    </dgm:pt>
    <dgm:pt modelId="{B89427DB-012B-478B-89DF-7A2D72322C72}" type="pres">
      <dgm:prSet presAssocID="{750D18B4-F60F-49B4-8CDE-D7EFD0E075D0}" presName="connectorText" presStyleLbl="sibTrans1D1" presStyleIdx="4" presStyleCnt="5"/>
      <dgm:spPr/>
    </dgm:pt>
    <dgm:pt modelId="{0A4204DB-7C2E-4570-9163-4B506F1D97EA}" type="pres">
      <dgm:prSet presAssocID="{AF33525F-4E78-41CD-9394-1A566D2A1B17}" presName="node" presStyleLbl="node1" presStyleIdx="5" presStyleCnt="6">
        <dgm:presLayoutVars>
          <dgm:bulletEnabled val="1"/>
        </dgm:presLayoutVars>
      </dgm:prSet>
      <dgm:spPr/>
    </dgm:pt>
  </dgm:ptLst>
  <dgm:cxnLst>
    <dgm:cxn modelId="{EF238C01-E9E5-4D86-B123-A197DA7B7BEC}" type="presOf" srcId="{57D4B438-4593-488A-8B21-E8D03A0119A7}" destId="{2FD38F20-93BB-4A98-A1E2-EBDF800DC25E}" srcOrd="0" destOrd="0" presId="urn:microsoft.com/office/officeart/2016/7/layout/RepeatingBendingProcessNew"/>
    <dgm:cxn modelId="{241FDE08-8E89-423D-B14D-2CD12FA6FB86}" type="presOf" srcId="{B0A2F450-7314-4E87-9F6C-55C205D92336}" destId="{FD56F901-3621-4296-9EA3-D433D036D868}" srcOrd="1" destOrd="0" presId="urn:microsoft.com/office/officeart/2016/7/layout/RepeatingBendingProcessNew"/>
    <dgm:cxn modelId="{AF59C70C-4341-4603-9CEA-5C94069D20D1}" type="presOf" srcId="{EC36DDB4-7FAD-4322-B8DC-C99357FE36FB}" destId="{70EEC49E-82F5-487F-A78F-3E10D25CEBE8}" srcOrd="0" destOrd="0" presId="urn:microsoft.com/office/officeart/2016/7/layout/RepeatingBendingProcessNew"/>
    <dgm:cxn modelId="{77E6B018-891A-4935-86C6-C5875331BC4E}" type="presOf" srcId="{6162F3EC-94F2-4A8C-9C5D-B8B069747EAD}" destId="{F588B115-1E4D-46D7-A1D3-9860A68A4CC2}" srcOrd="1" destOrd="0" presId="urn:microsoft.com/office/officeart/2016/7/layout/RepeatingBendingProcessNew"/>
    <dgm:cxn modelId="{99B8951A-FD70-4A80-9252-A47E46007F8C}" type="presOf" srcId="{9B56C7C3-34EF-488C-B5EB-A081E42DD7D5}" destId="{41970C4A-B07F-46F5-AB4F-3ED7719D1122}" srcOrd="0" destOrd="0" presId="urn:microsoft.com/office/officeart/2016/7/layout/RepeatingBendingProcessNew"/>
    <dgm:cxn modelId="{AEADE71B-AB31-4B4B-B908-DC072179FFE0}" type="presOf" srcId="{AF33525F-4E78-41CD-9394-1A566D2A1B17}" destId="{0A4204DB-7C2E-4570-9163-4B506F1D97EA}" srcOrd="0" destOrd="0" presId="urn:microsoft.com/office/officeart/2016/7/layout/RepeatingBendingProcessNew"/>
    <dgm:cxn modelId="{FCBBDB1F-B87E-4348-A9EC-74244A237692}" type="presOf" srcId="{390961AE-CFBA-47C4-A1B3-D8C47145D551}" destId="{229B4A1B-15BD-462A-9191-74CA787744F5}" srcOrd="0" destOrd="0" presId="urn:microsoft.com/office/officeart/2016/7/layout/RepeatingBendingProcessNew"/>
    <dgm:cxn modelId="{446DF32C-E182-43CC-8F32-9C8EFF0A43DC}" srcId="{57D4B438-4593-488A-8B21-E8D03A0119A7}" destId="{08B7975A-F789-4FA8-9CE2-4CA792EABD6F}" srcOrd="4" destOrd="0" parTransId="{457E5144-B654-4FC3-8D09-604EDB745B0F}" sibTransId="{750D18B4-F60F-49B4-8CDE-D7EFD0E075D0}"/>
    <dgm:cxn modelId="{0D4DED37-1784-4F2B-9AFE-28F063442922}" srcId="{57D4B438-4593-488A-8B21-E8D03A0119A7}" destId="{AF33525F-4E78-41CD-9394-1A566D2A1B17}" srcOrd="5" destOrd="0" parTransId="{E0B7FBD3-4CBC-4812-B8BE-609D09C8AF08}" sibTransId="{7C37A562-FBC0-465F-99F2-EC25B00A74BE}"/>
    <dgm:cxn modelId="{A0CCD363-D3CC-4361-BFCF-8E8A8E91BA14}" type="presOf" srcId="{6162F3EC-94F2-4A8C-9C5D-B8B069747EAD}" destId="{E28991B0-616F-4431-BBA8-06C6EDD75873}" srcOrd="0" destOrd="0" presId="urn:microsoft.com/office/officeart/2016/7/layout/RepeatingBendingProcessNew"/>
    <dgm:cxn modelId="{93C8FC6A-7E26-4A65-B778-005B12067460}" type="presOf" srcId="{750D18B4-F60F-49B4-8CDE-D7EFD0E075D0}" destId="{F968C686-352B-4438-90B2-1E988F144BF5}" srcOrd="0" destOrd="0" presId="urn:microsoft.com/office/officeart/2016/7/layout/RepeatingBendingProcessNew"/>
    <dgm:cxn modelId="{917C674B-7431-479D-BAE7-146F414A7B91}" type="presOf" srcId="{08B7975A-F789-4FA8-9CE2-4CA792EABD6F}" destId="{451496B2-F772-4EED-8FF8-D5F534B54F94}" srcOrd="0" destOrd="0" presId="urn:microsoft.com/office/officeart/2016/7/layout/RepeatingBendingProcessNew"/>
    <dgm:cxn modelId="{95E7F37B-7518-4B6D-81A4-9CCDB64AB9F9}" type="presOf" srcId="{750D18B4-F60F-49B4-8CDE-D7EFD0E075D0}" destId="{B89427DB-012B-478B-89DF-7A2D72322C72}" srcOrd="1" destOrd="0" presId="urn:microsoft.com/office/officeart/2016/7/layout/RepeatingBendingProcessNew"/>
    <dgm:cxn modelId="{B3CF047F-3C46-4344-B2A9-0FCF3861296D}" srcId="{57D4B438-4593-488A-8B21-E8D03A0119A7}" destId="{D1C4C2BA-3CD1-4CC2-A79F-DFBD516A539D}" srcOrd="0" destOrd="0" parTransId="{86EA82E4-15E1-4C18-A4EA-DFB49396C174}" sibTransId="{B934E271-B5B3-4E03-9A92-DC774C6CEC08}"/>
    <dgm:cxn modelId="{DB270E8A-6068-4392-81C9-492F48F8373A}" type="presOf" srcId="{B934E271-B5B3-4E03-9A92-DC774C6CEC08}" destId="{D930AAD8-9CDA-40B6-A391-EBA864578E4B}" srcOrd="0" destOrd="0" presId="urn:microsoft.com/office/officeart/2016/7/layout/RepeatingBendingProcessNew"/>
    <dgm:cxn modelId="{B5F777A3-EED3-441D-A20A-DE1F91349A35}" srcId="{57D4B438-4593-488A-8B21-E8D03A0119A7}" destId="{390961AE-CFBA-47C4-A1B3-D8C47145D551}" srcOrd="1" destOrd="0" parTransId="{F22070E9-BA8A-4AF2-81F8-1AA02DD62E33}" sibTransId="{6162F3EC-94F2-4A8C-9C5D-B8B069747EAD}"/>
    <dgm:cxn modelId="{5ABF21A7-0751-4C6F-9640-C4BCA798A7A8}" type="presOf" srcId="{D1C4C2BA-3CD1-4CC2-A79F-DFBD516A539D}" destId="{A16A99EB-FABA-49F8-972B-F02C5A54D9FD}" srcOrd="0" destOrd="0" presId="urn:microsoft.com/office/officeart/2016/7/layout/RepeatingBendingProcessNew"/>
    <dgm:cxn modelId="{487D65A9-993D-46EE-AA77-A874EAA2090B}" type="presOf" srcId="{B0A2F450-7314-4E87-9F6C-55C205D92336}" destId="{95FAAFCF-4306-4BAA-93B5-BF76C71E7F30}" srcOrd="0" destOrd="0" presId="urn:microsoft.com/office/officeart/2016/7/layout/RepeatingBendingProcessNew"/>
    <dgm:cxn modelId="{FF2D15D4-845C-4E3C-9B5F-DC5AB101A71C}" type="presOf" srcId="{B934E271-B5B3-4E03-9A92-DC774C6CEC08}" destId="{4D95DBE0-4602-4CB5-A671-D1CE0B840CF6}" srcOrd="1" destOrd="0" presId="urn:microsoft.com/office/officeart/2016/7/layout/RepeatingBendingProcessNew"/>
    <dgm:cxn modelId="{77E8C7DD-4A5D-433C-B48F-25FFD2149A76}" type="presOf" srcId="{A69FFA2C-3E3F-43FF-B437-A855C916FCAE}" destId="{7BCAE062-2E29-42B3-A9D6-DB6F173E4153}" srcOrd="0" destOrd="0" presId="urn:microsoft.com/office/officeart/2016/7/layout/RepeatingBendingProcessNew"/>
    <dgm:cxn modelId="{E163A0F3-F830-4B77-971D-190828F9765E}" srcId="{57D4B438-4593-488A-8B21-E8D03A0119A7}" destId="{EC36DDB4-7FAD-4322-B8DC-C99357FE36FB}" srcOrd="3" destOrd="0" parTransId="{3EE1AE3A-C7BA-438B-8B9A-2A7E99922F6E}" sibTransId="{B0A2F450-7314-4E87-9F6C-55C205D92336}"/>
    <dgm:cxn modelId="{093DD3FE-E149-4ADD-B9F5-4B2391B82E39}" srcId="{57D4B438-4593-488A-8B21-E8D03A0119A7}" destId="{A69FFA2C-3E3F-43FF-B437-A855C916FCAE}" srcOrd="2" destOrd="0" parTransId="{B3B1D667-B96F-4965-8FFF-0BCB4B9DF4BD}" sibTransId="{9B56C7C3-34EF-488C-B5EB-A081E42DD7D5}"/>
    <dgm:cxn modelId="{BD85D4FF-901A-4F8F-B847-B1C875A9D60E}" type="presOf" srcId="{9B56C7C3-34EF-488C-B5EB-A081E42DD7D5}" destId="{5C0F0696-A7A1-4D49-A948-DFD86F7B682B}" srcOrd="1" destOrd="0" presId="urn:microsoft.com/office/officeart/2016/7/layout/RepeatingBendingProcessNew"/>
    <dgm:cxn modelId="{B4D812E0-9B7C-4CD1-9596-B6F6BF1F0EF9}" type="presParOf" srcId="{2FD38F20-93BB-4A98-A1E2-EBDF800DC25E}" destId="{A16A99EB-FABA-49F8-972B-F02C5A54D9FD}" srcOrd="0" destOrd="0" presId="urn:microsoft.com/office/officeart/2016/7/layout/RepeatingBendingProcessNew"/>
    <dgm:cxn modelId="{CF8A69C5-2E22-4458-9101-764591188866}" type="presParOf" srcId="{2FD38F20-93BB-4A98-A1E2-EBDF800DC25E}" destId="{D930AAD8-9CDA-40B6-A391-EBA864578E4B}" srcOrd="1" destOrd="0" presId="urn:microsoft.com/office/officeart/2016/7/layout/RepeatingBendingProcessNew"/>
    <dgm:cxn modelId="{3191DB8B-3AFF-4BDE-80A1-5AAC1E0D4730}" type="presParOf" srcId="{D930AAD8-9CDA-40B6-A391-EBA864578E4B}" destId="{4D95DBE0-4602-4CB5-A671-D1CE0B840CF6}" srcOrd="0" destOrd="0" presId="urn:microsoft.com/office/officeart/2016/7/layout/RepeatingBendingProcessNew"/>
    <dgm:cxn modelId="{86380323-B7C4-49C2-87AB-1153EBC74BEB}" type="presParOf" srcId="{2FD38F20-93BB-4A98-A1E2-EBDF800DC25E}" destId="{229B4A1B-15BD-462A-9191-74CA787744F5}" srcOrd="2" destOrd="0" presId="urn:microsoft.com/office/officeart/2016/7/layout/RepeatingBendingProcessNew"/>
    <dgm:cxn modelId="{0BFCE25E-9402-4D36-9474-7F7FE7277060}" type="presParOf" srcId="{2FD38F20-93BB-4A98-A1E2-EBDF800DC25E}" destId="{E28991B0-616F-4431-BBA8-06C6EDD75873}" srcOrd="3" destOrd="0" presId="urn:microsoft.com/office/officeart/2016/7/layout/RepeatingBendingProcessNew"/>
    <dgm:cxn modelId="{A34D767E-508B-422E-84A2-05F7839102ED}" type="presParOf" srcId="{E28991B0-616F-4431-BBA8-06C6EDD75873}" destId="{F588B115-1E4D-46D7-A1D3-9860A68A4CC2}" srcOrd="0" destOrd="0" presId="urn:microsoft.com/office/officeart/2016/7/layout/RepeatingBendingProcessNew"/>
    <dgm:cxn modelId="{BB48D455-CF5E-4732-B74D-9C22991D77CB}" type="presParOf" srcId="{2FD38F20-93BB-4A98-A1E2-EBDF800DC25E}" destId="{7BCAE062-2E29-42B3-A9D6-DB6F173E4153}" srcOrd="4" destOrd="0" presId="urn:microsoft.com/office/officeart/2016/7/layout/RepeatingBendingProcessNew"/>
    <dgm:cxn modelId="{07E3FEBB-2437-4E4E-B105-C9F9B7CB1F17}" type="presParOf" srcId="{2FD38F20-93BB-4A98-A1E2-EBDF800DC25E}" destId="{41970C4A-B07F-46F5-AB4F-3ED7719D1122}" srcOrd="5" destOrd="0" presId="urn:microsoft.com/office/officeart/2016/7/layout/RepeatingBendingProcessNew"/>
    <dgm:cxn modelId="{65C4DEC2-1335-4F82-AA58-C7E5223A6BD1}" type="presParOf" srcId="{41970C4A-B07F-46F5-AB4F-3ED7719D1122}" destId="{5C0F0696-A7A1-4D49-A948-DFD86F7B682B}" srcOrd="0" destOrd="0" presId="urn:microsoft.com/office/officeart/2016/7/layout/RepeatingBendingProcessNew"/>
    <dgm:cxn modelId="{43E064CA-E2ED-4E1C-894A-DABA22581641}" type="presParOf" srcId="{2FD38F20-93BB-4A98-A1E2-EBDF800DC25E}" destId="{70EEC49E-82F5-487F-A78F-3E10D25CEBE8}" srcOrd="6" destOrd="0" presId="urn:microsoft.com/office/officeart/2016/7/layout/RepeatingBendingProcessNew"/>
    <dgm:cxn modelId="{6B18922A-8484-4BB1-8546-45C2656657C1}" type="presParOf" srcId="{2FD38F20-93BB-4A98-A1E2-EBDF800DC25E}" destId="{95FAAFCF-4306-4BAA-93B5-BF76C71E7F30}" srcOrd="7" destOrd="0" presId="urn:microsoft.com/office/officeart/2016/7/layout/RepeatingBendingProcessNew"/>
    <dgm:cxn modelId="{E05089F5-E3A6-440A-B1FD-9E54AECD83E8}" type="presParOf" srcId="{95FAAFCF-4306-4BAA-93B5-BF76C71E7F30}" destId="{FD56F901-3621-4296-9EA3-D433D036D868}" srcOrd="0" destOrd="0" presId="urn:microsoft.com/office/officeart/2016/7/layout/RepeatingBendingProcessNew"/>
    <dgm:cxn modelId="{E91321E6-7AA1-4535-B0E5-022604C00243}" type="presParOf" srcId="{2FD38F20-93BB-4A98-A1E2-EBDF800DC25E}" destId="{451496B2-F772-4EED-8FF8-D5F534B54F94}" srcOrd="8" destOrd="0" presId="urn:microsoft.com/office/officeart/2016/7/layout/RepeatingBendingProcessNew"/>
    <dgm:cxn modelId="{A5E95F91-F2C3-4E09-AC1B-3B8ED184BED9}" type="presParOf" srcId="{2FD38F20-93BB-4A98-A1E2-EBDF800DC25E}" destId="{F968C686-352B-4438-90B2-1E988F144BF5}" srcOrd="9" destOrd="0" presId="urn:microsoft.com/office/officeart/2016/7/layout/RepeatingBendingProcessNew"/>
    <dgm:cxn modelId="{8665D96B-B6BE-4482-87AF-F63E4665CE82}" type="presParOf" srcId="{F968C686-352B-4438-90B2-1E988F144BF5}" destId="{B89427DB-012B-478B-89DF-7A2D72322C72}" srcOrd="0" destOrd="0" presId="urn:microsoft.com/office/officeart/2016/7/layout/RepeatingBendingProcessNew"/>
    <dgm:cxn modelId="{1256CB1C-0740-456F-8925-BA7DCA679B55}" type="presParOf" srcId="{2FD38F20-93BB-4A98-A1E2-EBDF800DC25E}" destId="{0A4204DB-7C2E-4570-9163-4B506F1D97EA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4A6447-F9B9-477E-85BB-5DF96DE14F16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995B760-14EA-43B7-BA25-588D3C3E1DA1}">
      <dgm:prSet/>
      <dgm:spPr/>
      <dgm:t>
        <a:bodyPr/>
        <a:lstStyle/>
        <a:p>
          <a:r>
            <a:rPr lang="en-US"/>
            <a:t>Use</a:t>
          </a:r>
        </a:p>
      </dgm:t>
    </dgm:pt>
    <dgm:pt modelId="{44C5EC2D-4C89-4FCE-BB84-6F2488123ECF}" type="parTrans" cxnId="{8A0A8276-64BF-4D25-802A-DFA85AD4B76A}">
      <dgm:prSet/>
      <dgm:spPr/>
      <dgm:t>
        <a:bodyPr/>
        <a:lstStyle/>
        <a:p>
          <a:endParaRPr lang="en-US"/>
        </a:p>
      </dgm:t>
    </dgm:pt>
    <dgm:pt modelId="{7FC255AF-EFE0-4A99-8465-26D73D74AE88}" type="sibTrans" cxnId="{8A0A8276-64BF-4D25-802A-DFA85AD4B76A}">
      <dgm:prSet/>
      <dgm:spPr/>
      <dgm:t>
        <a:bodyPr/>
        <a:lstStyle/>
        <a:p>
          <a:endParaRPr lang="en-US"/>
        </a:p>
      </dgm:t>
    </dgm:pt>
    <dgm:pt modelId="{C2A117B8-DBF0-41E4-BA33-ADBE9314B239}">
      <dgm:prSet/>
      <dgm:spPr/>
      <dgm:t>
        <a:bodyPr/>
        <a:lstStyle/>
        <a:p>
          <a:r>
            <a:rPr lang="en-US"/>
            <a:t>Use credit score and DTI as early screening indicators — Segments with weaker credit scores and higher DTI show lower approval rates and warrant closer review.</a:t>
          </a:r>
        </a:p>
      </dgm:t>
    </dgm:pt>
    <dgm:pt modelId="{6892AC61-C0FC-4EAF-BBE7-2719F7CC8577}" type="parTrans" cxnId="{5F5A99A3-943D-4128-998E-8AE9C563B791}">
      <dgm:prSet/>
      <dgm:spPr/>
      <dgm:t>
        <a:bodyPr/>
        <a:lstStyle/>
        <a:p>
          <a:endParaRPr lang="en-US"/>
        </a:p>
      </dgm:t>
    </dgm:pt>
    <dgm:pt modelId="{1512E752-B6D9-4DC1-9BB5-B9E163F24DCA}" type="sibTrans" cxnId="{5F5A99A3-943D-4128-998E-8AE9C563B791}">
      <dgm:prSet/>
      <dgm:spPr/>
      <dgm:t>
        <a:bodyPr/>
        <a:lstStyle/>
        <a:p>
          <a:endParaRPr lang="en-US"/>
        </a:p>
      </dgm:t>
    </dgm:pt>
    <dgm:pt modelId="{AC829B0B-71D9-4C53-820E-CA0113FAA359}">
      <dgm:prSet/>
      <dgm:spPr/>
      <dgm:t>
        <a:bodyPr/>
        <a:lstStyle/>
        <a:p>
          <a:r>
            <a:rPr lang="en-US"/>
            <a:t>Give</a:t>
          </a:r>
        </a:p>
      </dgm:t>
    </dgm:pt>
    <dgm:pt modelId="{59789E3D-0610-4559-9D68-BAD29AEB4703}" type="parTrans" cxnId="{9CA04F19-E95F-4896-B4A3-4DFB1F90D140}">
      <dgm:prSet/>
      <dgm:spPr/>
      <dgm:t>
        <a:bodyPr/>
        <a:lstStyle/>
        <a:p>
          <a:endParaRPr lang="en-US"/>
        </a:p>
      </dgm:t>
    </dgm:pt>
    <dgm:pt modelId="{90666461-EAB8-4496-A6B2-9F1294982268}" type="sibTrans" cxnId="{9CA04F19-E95F-4896-B4A3-4DFB1F90D140}">
      <dgm:prSet/>
      <dgm:spPr/>
      <dgm:t>
        <a:bodyPr/>
        <a:lstStyle/>
        <a:p>
          <a:endParaRPr lang="en-US"/>
        </a:p>
      </dgm:t>
    </dgm:pt>
    <dgm:pt modelId="{B9968DB8-7579-498F-8FD5-AC2DD318686B}">
      <dgm:prSet/>
      <dgm:spPr/>
      <dgm:t>
        <a:bodyPr/>
        <a:lstStyle/>
        <a:p>
          <a:r>
            <a:rPr lang="en-US"/>
            <a:t>Give greater attention to prior defaults — Multiple previous defaults are strongly associated with lower approval rates in this dataset.</a:t>
          </a:r>
        </a:p>
      </dgm:t>
    </dgm:pt>
    <dgm:pt modelId="{A289A860-80EC-47F2-B54B-83A2AF97AEB1}" type="parTrans" cxnId="{559876A3-DE25-48F3-9CDB-3DB71D144C80}">
      <dgm:prSet/>
      <dgm:spPr/>
      <dgm:t>
        <a:bodyPr/>
        <a:lstStyle/>
        <a:p>
          <a:endParaRPr lang="en-US"/>
        </a:p>
      </dgm:t>
    </dgm:pt>
    <dgm:pt modelId="{BAC75DAF-8A3A-4AFC-8AAA-70975F02CC28}" type="sibTrans" cxnId="{559876A3-DE25-48F3-9CDB-3DB71D144C80}">
      <dgm:prSet/>
      <dgm:spPr/>
      <dgm:t>
        <a:bodyPr/>
        <a:lstStyle/>
        <a:p>
          <a:endParaRPr lang="en-US"/>
        </a:p>
      </dgm:t>
    </dgm:pt>
    <dgm:pt modelId="{12C5892D-6EBE-448A-A4AD-07740E2F9E43}">
      <dgm:prSet/>
      <dgm:spPr/>
      <dgm:t>
        <a:bodyPr/>
        <a:lstStyle/>
        <a:p>
          <a:r>
            <a:rPr lang="en-US"/>
            <a:t>Avoid</a:t>
          </a:r>
        </a:p>
      </dgm:t>
    </dgm:pt>
    <dgm:pt modelId="{259899FA-ACD8-4848-87B9-4DA8FA4918C6}" type="parTrans" cxnId="{80FEEFB2-CE32-49D2-8777-E9388B739130}">
      <dgm:prSet/>
      <dgm:spPr/>
      <dgm:t>
        <a:bodyPr/>
        <a:lstStyle/>
        <a:p>
          <a:endParaRPr lang="en-US"/>
        </a:p>
      </dgm:t>
    </dgm:pt>
    <dgm:pt modelId="{C8EB26C1-02B2-4414-961F-3836F36172D5}" type="sibTrans" cxnId="{80FEEFB2-CE32-49D2-8777-E9388B739130}">
      <dgm:prSet/>
      <dgm:spPr/>
      <dgm:t>
        <a:bodyPr/>
        <a:lstStyle/>
        <a:p>
          <a:endParaRPr lang="en-US"/>
        </a:p>
      </dgm:t>
    </dgm:pt>
    <dgm:pt modelId="{63D496AE-CAB9-4DF6-B036-1810E0616303}">
      <dgm:prSet/>
      <dgm:spPr/>
      <dgm:t>
        <a:bodyPr/>
        <a:lstStyle/>
        <a:p>
          <a:r>
            <a:rPr lang="en-US"/>
            <a:t>Avoid single-factor decisions — Credit score, DTI, loan amount, employment, education, and prior defaults should be evaluated together.</a:t>
          </a:r>
        </a:p>
      </dgm:t>
    </dgm:pt>
    <dgm:pt modelId="{B31DA1D0-7E6A-40B0-80AE-665978728D7A}" type="parTrans" cxnId="{94134001-4E8B-47D5-94E8-C3B1AF5CC697}">
      <dgm:prSet/>
      <dgm:spPr/>
      <dgm:t>
        <a:bodyPr/>
        <a:lstStyle/>
        <a:p>
          <a:endParaRPr lang="en-US"/>
        </a:p>
      </dgm:t>
    </dgm:pt>
    <dgm:pt modelId="{2E91473A-A10A-4A31-B01E-E0070AE237C9}" type="sibTrans" cxnId="{94134001-4E8B-47D5-94E8-C3B1AF5CC697}">
      <dgm:prSet/>
      <dgm:spPr/>
      <dgm:t>
        <a:bodyPr/>
        <a:lstStyle/>
        <a:p>
          <a:endParaRPr lang="en-US"/>
        </a:p>
      </dgm:t>
    </dgm:pt>
    <dgm:pt modelId="{2119A072-A0AD-4ED0-B29D-45BE753B0E31}">
      <dgm:prSet/>
      <dgm:spPr/>
      <dgm:t>
        <a:bodyPr/>
        <a:lstStyle/>
        <a:p>
          <a:r>
            <a:rPr lang="en-US"/>
            <a:t>Use</a:t>
          </a:r>
        </a:p>
      </dgm:t>
    </dgm:pt>
    <dgm:pt modelId="{C55F09D4-F1A5-4771-B64A-6C5A56A68C13}" type="parTrans" cxnId="{4122E3A1-E3F0-4CBA-9F41-EEB92D822504}">
      <dgm:prSet/>
      <dgm:spPr/>
      <dgm:t>
        <a:bodyPr/>
        <a:lstStyle/>
        <a:p>
          <a:endParaRPr lang="en-US"/>
        </a:p>
      </dgm:t>
    </dgm:pt>
    <dgm:pt modelId="{F95FECF5-C304-470C-8033-E053B86198C5}" type="sibTrans" cxnId="{4122E3A1-E3F0-4CBA-9F41-EEB92D822504}">
      <dgm:prSet/>
      <dgm:spPr/>
      <dgm:t>
        <a:bodyPr/>
        <a:lstStyle/>
        <a:p>
          <a:endParaRPr lang="en-US"/>
        </a:p>
      </dgm:t>
    </dgm:pt>
    <dgm:pt modelId="{9EF404C5-68CB-463A-9949-E9331A4C666E}">
      <dgm:prSet/>
      <dgm:spPr/>
      <dgm:t>
        <a:bodyPr/>
        <a:lstStyle/>
        <a:p>
          <a:r>
            <a:rPr lang="en-US"/>
            <a:t>Use interactive segmentation — Business users can filter the dashboard by loan purpose and financial ranges to investigate segments.</a:t>
          </a:r>
        </a:p>
      </dgm:t>
    </dgm:pt>
    <dgm:pt modelId="{9E19E7EB-DBDF-4C96-8D82-E7B101C7DED7}" type="parTrans" cxnId="{28005EAF-7D33-417E-B816-85F6BA2FBA2E}">
      <dgm:prSet/>
      <dgm:spPr/>
      <dgm:t>
        <a:bodyPr/>
        <a:lstStyle/>
        <a:p>
          <a:endParaRPr lang="en-US"/>
        </a:p>
      </dgm:t>
    </dgm:pt>
    <dgm:pt modelId="{64A862AF-A0B4-4725-8CB4-E08A061CFA38}" type="sibTrans" cxnId="{28005EAF-7D33-417E-B816-85F6BA2FBA2E}">
      <dgm:prSet/>
      <dgm:spPr/>
      <dgm:t>
        <a:bodyPr/>
        <a:lstStyle/>
        <a:p>
          <a:endParaRPr lang="en-US"/>
        </a:p>
      </dgm:t>
    </dgm:pt>
    <dgm:pt modelId="{E179B4FD-5E06-4BC8-B98E-86A03FAD087E}">
      <dgm:prSet/>
      <dgm:spPr/>
      <dgm:t>
        <a:bodyPr/>
        <a:lstStyle/>
        <a:p>
          <a:r>
            <a:rPr lang="en-US"/>
            <a:t>Validate</a:t>
          </a:r>
        </a:p>
      </dgm:t>
    </dgm:pt>
    <dgm:pt modelId="{EB72B39F-E4B9-4B2E-B09C-FCA448DBD21B}" type="parTrans" cxnId="{86F76520-B647-4EC2-A79C-B01172952898}">
      <dgm:prSet/>
      <dgm:spPr/>
      <dgm:t>
        <a:bodyPr/>
        <a:lstStyle/>
        <a:p>
          <a:endParaRPr lang="en-US"/>
        </a:p>
      </dgm:t>
    </dgm:pt>
    <dgm:pt modelId="{57CA5370-787D-4E3D-B6A2-D3BD1241FC41}" type="sibTrans" cxnId="{86F76520-B647-4EC2-A79C-B01172952898}">
      <dgm:prSet/>
      <dgm:spPr/>
      <dgm:t>
        <a:bodyPr/>
        <a:lstStyle/>
        <a:p>
          <a:endParaRPr lang="en-US"/>
        </a:p>
      </dgm:t>
    </dgm:pt>
    <dgm:pt modelId="{F9DA89EF-19C6-47A2-8720-40C4E43969C0}">
      <dgm:prSet/>
      <dgm:spPr/>
      <dgm:t>
        <a:bodyPr/>
        <a:lstStyle/>
        <a:p>
          <a:r>
            <a:rPr lang="en-US"/>
            <a:t>Validate before production use — Any real lending rule would require predictive validation, fairness testing, stability analysis, and compliance review.</a:t>
          </a:r>
        </a:p>
      </dgm:t>
    </dgm:pt>
    <dgm:pt modelId="{81D28F6B-69AC-405E-9E0B-FFC073CE01DE}" type="parTrans" cxnId="{4E85838A-A461-453A-BF39-D31E3F6E7AA3}">
      <dgm:prSet/>
      <dgm:spPr/>
      <dgm:t>
        <a:bodyPr/>
        <a:lstStyle/>
        <a:p>
          <a:endParaRPr lang="en-US"/>
        </a:p>
      </dgm:t>
    </dgm:pt>
    <dgm:pt modelId="{CD08A418-532A-44F3-A398-CE27AAA50F02}" type="sibTrans" cxnId="{4E85838A-A461-453A-BF39-D31E3F6E7AA3}">
      <dgm:prSet/>
      <dgm:spPr/>
      <dgm:t>
        <a:bodyPr/>
        <a:lstStyle/>
        <a:p>
          <a:endParaRPr lang="en-US"/>
        </a:p>
      </dgm:t>
    </dgm:pt>
    <dgm:pt modelId="{5DD71B17-77A7-4A76-BBFB-47CFD6022A53}" type="pres">
      <dgm:prSet presAssocID="{884A6447-F9B9-477E-85BB-5DF96DE14F16}" presName="Name0" presStyleCnt="0">
        <dgm:presLayoutVars>
          <dgm:dir/>
          <dgm:animLvl val="lvl"/>
          <dgm:resizeHandles val="exact"/>
        </dgm:presLayoutVars>
      </dgm:prSet>
      <dgm:spPr/>
    </dgm:pt>
    <dgm:pt modelId="{1991FD1A-6F01-4E9F-8F63-28316D8B922D}" type="pres">
      <dgm:prSet presAssocID="{5995B760-14EA-43B7-BA25-588D3C3E1DA1}" presName="linNode" presStyleCnt="0"/>
      <dgm:spPr/>
    </dgm:pt>
    <dgm:pt modelId="{B101F67B-1320-4E14-909F-FD9773A4916B}" type="pres">
      <dgm:prSet presAssocID="{5995B760-14EA-43B7-BA25-588D3C3E1DA1}" presName="parentText" presStyleLbl="alignNode1" presStyleIdx="0" presStyleCnt="5">
        <dgm:presLayoutVars>
          <dgm:chMax val="1"/>
          <dgm:bulletEnabled/>
        </dgm:presLayoutVars>
      </dgm:prSet>
      <dgm:spPr/>
    </dgm:pt>
    <dgm:pt modelId="{B404CF30-73FB-44C8-A7C1-C19EC4D01A13}" type="pres">
      <dgm:prSet presAssocID="{5995B760-14EA-43B7-BA25-588D3C3E1DA1}" presName="descendantText" presStyleLbl="alignAccFollowNode1" presStyleIdx="0" presStyleCnt="5">
        <dgm:presLayoutVars>
          <dgm:bulletEnabled/>
        </dgm:presLayoutVars>
      </dgm:prSet>
      <dgm:spPr/>
    </dgm:pt>
    <dgm:pt modelId="{E4F7A2CC-807F-4BDD-9490-C4582BBD06D0}" type="pres">
      <dgm:prSet presAssocID="{7FC255AF-EFE0-4A99-8465-26D73D74AE88}" presName="sp" presStyleCnt="0"/>
      <dgm:spPr/>
    </dgm:pt>
    <dgm:pt modelId="{D3D57873-C5E7-4EB4-8197-28E7123A9255}" type="pres">
      <dgm:prSet presAssocID="{AC829B0B-71D9-4C53-820E-CA0113FAA359}" presName="linNode" presStyleCnt="0"/>
      <dgm:spPr/>
    </dgm:pt>
    <dgm:pt modelId="{8812DF36-5421-4112-B743-7DCE71121EA0}" type="pres">
      <dgm:prSet presAssocID="{AC829B0B-71D9-4C53-820E-CA0113FAA359}" presName="parentText" presStyleLbl="alignNode1" presStyleIdx="1" presStyleCnt="5">
        <dgm:presLayoutVars>
          <dgm:chMax val="1"/>
          <dgm:bulletEnabled/>
        </dgm:presLayoutVars>
      </dgm:prSet>
      <dgm:spPr/>
    </dgm:pt>
    <dgm:pt modelId="{3325D627-8614-46F1-8DB2-B21971187CD3}" type="pres">
      <dgm:prSet presAssocID="{AC829B0B-71D9-4C53-820E-CA0113FAA359}" presName="descendantText" presStyleLbl="alignAccFollowNode1" presStyleIdx="1" presStyleCnt="5">
        <dgm:presLayoutVars>
          <dgm:bulletEnabled/>
        </dgm:presLayoutVars>
      </dgm:prSet>
      <dgm:spPr/>
    </dgm:pt>
    <dgm:pt modelId="{1383739A-8B53-4336-8DA8-1648417CCD25}" type="pres">
      <dgm:prSet presAssocID="{90666461-EAB8-4496-A6B2-9F1294982268}" presName="sp" presStyleCnt="0"/>
      <dgm:spPr/>
    </dgm:pt>
    <dgm:pt modelId="{9C178F33-A553-4492-A605-5BEC9C5058A9}" type="pres">
      <dgm:prSet presAssocID="{12C5892D-6EBE-448A-A4AD-07740E2F9E43}" presName="linNode" presStyleCnt="0"/>
      <dgm:spPr/>
    </dgm:pt>
    <dgm:pt modelId="{7C6CF94C-0353-4F39-A913-D65209D61612}" type="pres">
      <dgm:prSet presAssocID="{12C5892D-6EBE-448A-A4AD-07740E2F9E43}" presName="parentText" presStyleLbl="alignNode1" presStyleIdx="2" presStyleCnt="5">
        <dgm:presLayoutVars>
          <dgm:chMax val="1"/>
          <dgm:bulletEnabled/>
        </dgm:presLayoutVars>
      </dgm:prSet>
      <dgm:spPr/>
    </dgm:pt>
    <dgm:pt modelId="{897808F9-4D95-4881-BFFE-D1E6176DCC51}" type="pres">
      <dgm:prSet presAssocID="{12C5892D-6EBE-448A-A4AD-07740E2F9E43}" presName="descendantText" presStyleLbl="alignAccFollowNode1" presStyleIdx="2" presStyleCnt="5">
        <dgm:presLayoutVars>
          <dgm:bulletEnabled/>
        </dgm:presLayoutVars>
      </dgm:prSet>
      <dgm:spPr/>
    </dgm:pt>
    <dgm:pt modelId="{374B364C-888C-4139-89AB-9F0018B1AE1D}" type="pres">
      <dgm:prSet presAssocID="{C8EB26C1-02B2-4414-961F-3836F36172D5}" presName="sp" presStyleCnt="0"/>
      <dgm:spPr/>
    </dgm:pt>
    <dgm:pt modelId="{829EBD67-4B64-466E-A043-F429B7A70085}" type="pres">
      <dgm:prSet presAssocID="{2119A072-A0AD-4ED0-B29D-45BE753B0E31}" presName="linNode" presStyleCnt="0"/>
      <dgm:spPr/>
    </dgm:pt>
    <dgm:pt modelId="{7A6C21F2-ADBA-445E-BFC8-D5E9E4403B49}" type="pres">
      <dgm:prSet presAssocID="{2119A072-A0AD-4ED0-B29D-45BE753B0E31}" presName="parentText" presStyleLbl="alignNode1" presStyleIdx="3" presStyleCnt="5">
        <dgm:presLayoutVars>
          <dgm:chMax val="1"/>
          <dgm:bulletEnabled/>
        </dgm:presLayoutVars>
      </dgm:prSet>
      <dgm:spPr/>
    </dgm:pt>
    <dgm:pt modelId="{D7053309-645A-41D9-95C8-1E8DDCCFA966}" type="pres">
      <dgm:prSet presAssocID="{2119A072-A0AD-4ED0-B29D-45BE753B0E31}" presName="descendantText" presStyleLbl="alignAccFollowNode1" presStyleIdx="3" presStyleCnt="5">
        <dgm:presLayoutVars>
          <dgm:bulletEnabled/>
        </dgm:presLayoutVars>
      </dgm:prSet>
      <dgm:spPr/>
    </dgm:pt>
    <dgm:pt modelId="{F49257A9-0EB7-43C7-A928-667177CA8B42}" type="pres">
      <dgm:prSet presAssocID="{F95FECF5-C304-470C-8033-E053B86198C5}" presName="sp" presStyleCnt="0"/>
      <dgm:spPr/>
    </dgm:pt>
    <dgm:pt modelId="{6766E869-8302-4B8D-884D-7555AB70B0F8}" type="pres">
      <dgm:prSet presAssocID="{E179B4FD-5E06-4BC8-B98E-86A03FAD087E}" presName="linNode" presStyleCnt="0"/>
      <dgm:spPr/>
    </dgm:pt>
    <dgm:pt modelId="{6E5FB067-EED0-4E55-B6E6-4E3562C8E5AA}" type="pres">
      <dgm:prSet presAssocID="{E179B4FD-5E06-4BC8-B98E-86A03FAD087E}" presName="parentText" presStyleLbl="alignNode1" presStyleIdx="4" presStyleCnt="5">
        <dgm:presLayoutVars>
          <dgm:chMax val="1"/>
          <dgm:bulletEnabled/>
        </dgm:presLayoutVars>
      </dgm:prSet>
      <dgm:spPr/>
    </dgm:pt>
    <dgm:pt modelId="{C7FD98AC-0692-4BEE-B33B-6F72ED3AA5A5}" type="pres">
      <dgm:prSet presAssocID="{E179B4FD-5E06-4BC8-B98E-86A03FAD087E}" presName="descendantText" presStyleLbl="alignAccFollowNode1" presStyleIdx="4" presStyleCnt="5">
        <dgm:presLayoutVars>
          <dgm:bulletEnabled/>
        </dgm:presLayoutVars>
      </dgm:prSet>
      <dgm:spPr/>
    </dgm:pt>
  </dgm:ptLst>
  <dgm:cxnLst>
    <dgm:cxn modelId="{94134001-4E8B-47D5-94E8-C3B1AF5CC697}" srcId="{12C5892D-6EBE-448A-A4AD-07740E2F9E43}" destId="{63D496AE-CAB9-4DF6-B036-1810E0616303}" srcOrd="0" destOrd="0" parTransId="{B31DA1D0-7E6A-40B0-80AE-665978728D7A}" sibTransId="{2E91473A-A10A-4A31-B01E-E0070AE237C9}"/>
    <dgm:cxn modelId="{1DB86409-61DE-467E-A7E6-5B883718AEA2}" type="presOf" srcId="{F9DA89EF-19C6-47A2-8720-40C4E43969C0}" destId="{C7FD98AC-0692-4BEE-B33B-6F72ED3AA5A5}" srcOrd="0" destOrd="0" presId="urn:microsoft.com/office/officeart/2016/7/layout/VerticalSolidActionList"/>
    <dgm:cxn modelId="{9CA04F19-E95F-4896-B4A3-4DFB1F90D140}" srcId="{884A6447-F9B9-477E-85BB-5DF96DE14F16}" destId="{AC829B0B-71D9-4C53-820E-CA0113FAA359}" srcOrd="1" destOrd="0" parTransId="{59789E3D-0610-4559-9D68-BAD29AEB4703}" sibTransId="{90666461-EAB8-4496-A6B2-9F1294982268}"/>
    <dgm:cxn modelId="{86F76520-B647-4EC2-A79C-B01172952898}" srcId="{884A6447-F9B9-477E-85BB-5DF96DE14F16}" destId="{E179B4FD-5E06-4BC8-B98E-86A03FAD087E}" srcOrd="4" destOrd="0" parTransId="{EB72B39F-E4B9-4B2E-B09C-FCA448DBD21B}" sibTransId="{57CA5370-787D-4E3D-B6A2-D3BD1241FC41}"/>
    <dgm:cxn modelId="{18C79C28-0668-4FB5-9D7F-8320203536D7}" type="presOf" srcId="{C2A117B8-DBF0-41E4-BA33-ADBE9314B239}" destId="{B404CF30-73FB-44C8-A7C1-C19EC4D01A13}" srcOrd="0" destOrd="0" presId="urn:microsoft.com/office/officeart/2016/7/layout/VerticalSolidActionList"/>
    <dgm:cxn modelId="{6AE63B3A-7643-4597-9F01-8290EE2646B5}" type="presOf" srcId="{5995B760-14EA-43B7-BA25-588D3C3E1DA1}" destId="{B101F67B-1320-4E14-909F-FD9773A4916B}" srcOrd="0" destOrd="0" presId="urn:microsoft.com/office/officeart/2016/7/layout/VerticalSolidActionList"/>
    <dgm:cxn modelId="{8A0A8276-64BF-4D25-802A-DFA85AD4B76A}" srcId="{884A6447-F9B9-477E-85BB-5DF96DE14F16}" destId="{5995B760-14EA-43B7-BA25-588D3C3E1DA1}" srcOrd="0" destOrd="0" parTransId="{44C5EC2D-4C89-4FCE-BB84-6F2488123ECF}" sibTransId="{7FC255AF-EFE0-4A99-8465-26D73D74AE88}"/>
    <dgm:cxn modelId="{33160B78-291D-4436-839E-294A30F9413B}" type="presOf" srcId="{884A6447-F9B9-477E-85BB-5DF96DE14F16}" destId="{5DD71B17-77A7-4A76-BBFB-47CFD6022A53}" srcOrd="0" destOrd="0" presId="urn:microsoft.com/office/officeart/2016/7/layout/VerticalSolidActionList"/>
    <dgm:cxn modelId="{E661EE58-2FE5-4116-A69F-8E81795F7FA2}" type="presOf" srcId="{63D496AE-CAB9-4DF6-B036-1810E0616303}" destId="{897808F9-4D95-4881-BFFE-D1E6176DCC51}" srcOrd="0" destOrd="0" presId="urn:microsoft.com/office/officeart/2016/7/layout/VerticalSolidActionList"/>
    <dgm:cxn modelId="{A1AEC159-B900-4E82-8F21-38963DDE4A06}" type="presOf" srcId="{9EF404C5-68CB-463A-9949-E9331A4C666E}" destId="{D7053309-645A-41D9-95C8-1E8DDCCFA966}" srcOrd="0" destOrd="0" presId="urn:microsoft.com/office/officeart/2016/7/layout/VerticalSolidActionList"/>
    <dgm:cxn modelId="{4E85838A-A461-453A-BF39-D31E3F6E7AA3}" srcId="{E179B4FD-5E06-4BC8-B98E-86A03FAD087E}" destId="{F9DA89EF-19C6-47A2-8720-40C4E43969C0}" srcOrd="0" destOrd="0" parTransId="{81D28F6B-69AC-405E-9E0B-FFC073CE01DE}" sibTransId="{CD08A418-532A-44F3-A398-CE27AAA50F02}"/>
    <dgm:cxn modelId="{E28E5C8C-7DC4-460E-8439-A705C104ED5A}" type="presOf" srcId="{B9968DB8-7579-498F-8FD5-AC2DD318686B}" destId="{3325D627-8614-46F1-8DB2-B21971187CD3}" srcOrd="0" destOrd="0" presId="urn:microsoft.com/office/officeart/2016/7/layout/VerticalSolidActionList"/>
    <dgm:cxn modelId="{74A29790-0675-4F69-879C-5CF98BEAE09A}" type="presOf" srcId="{AC829B0B-71D9-4C53-820E-CA0113FAA359}" destId="{8812DF36-5421-4112-B743-7DCE71121EA0}" srcOrd="0" destOrd="0" presId="urn:microsoft.com/office/officeart/2016/7/layout/VerticalSolidActionList"/>
    <dgm:cxn modelId="{4122E3A1-E3F0-4CBA-9F41-EEB92D822504}" srcId="{884A6447-F9B9-477E-85BB-5DF96DE14F16}" destId="{2119A072-A0AD-4ED0-B29D-45BE753B0E31}" srcOrd="3" destOrd="0" parTransId="{C55F09D4-F1A5-4771-B64A-6C5A56A68C13}" sibTransId="{F95FECF5-C304-470C-8033-E053B86198C5}"/>
    <dgm:cxn modelId="{559876A3-DE25-48F3-9CDB-3DB71D144C80}" srcId="{AC829B0B-71D9-4C53-820E-CA0113FAA359}" destId="{B9968DB8-7579-498F-8FD5-AC2DD318686B}" srcOrd="0" destOrd="0" parTransId="{A289A860-80EC-47F2-B54B-83A2AF97AEB1}" sibTransId="{BAC75DAF-8A3A-4AFC-8AAA-70975F02CC28}"/>
    <dgm:cxn modelId="{5F5A99A3-943D-4128-998E-8AE9C563B791}" srcId="{5995B760-14EA-43B7-BA25-588D3C3E1DA1}" destId="{C2A117B8-DBF0-41E4-BA33-ADBE9314B239}" srcOrd="0" destOrd="0" parTransId="{6892AC61-C0FC-4EAF-BBE7-2719F7CC8577}" sibTransId="{1512E752-B6D9-4DC1-9BB5-B9E163F24DCA}"/>
    <dgm:cxn modelId="{28005EAF-7D33-417E-B816-85F6BA2FBA2E}" srcId="{2119A072-A0AD-4ED0-B29D-45BE753B0E31}" destId="{9EF404C5-68CB-463A-9949-E9331A4C666E}" srcOrd="0" destOrd="0" parTransId="{9E19E7EB-DBDF-4C96-8D82-E7B101C7DED7}" sibTransId="{64A862AF-A0B4-4725-8CB4-E08A061CFA38}"/>
    <dgm:cxn modelId="{80FEEFB2-CE32-49D2-8777-E9388B739130}" srcId="{884A6447-F9B9-477E-85BB-5DF96DE14F16}" destId="{12C5892D-6EBE-448A-A4AD-07740E2F9E43}" srcOrd="2" destOrd="0" parTransId="{259899FA-ACD8-4848-87B9-4DA8FA4918C6}" sibTransId="{C8EB26C1-02B2-4414-961F-3836F36172D5}"/>
    <dgm:cxn modelId="{EEEC56B7-BEF8-4E2D-B81E-8A8912D1EDDB}" type="presOf" srcId="{2119A072-A0AD-4ED0-B29D-45BE753B0E31}" destId="{7A6C21F2-ADBA-445E-BFC8-D5E9E4403B49}" srcOrd="0" destOrd="0" presId="urn:microsoft.com/office/officeart/2016/7/layout/VerticalSolidActionList"/>
    <dgm:cxn modelId="{010B7CC1-F040-4C7E-8146-F8EB6F684C78}" type="presOf" srcId="{12C5892D-6EBE-448A-A4AD-07740E2F9E43}" destId="{7C6CF94C-0353-4F39-A913-D65209D61612}" srcOrd="0" destOrd="0" presId="urn:microsoft.com/office/officeart/2016/7/layout/VerticalSolidActionList"/>
    <dgm:cxn modelId="{288313CB-0C2E-4AC1-B1FA-40536E8CA2F7}" type="presOf" srcId="{E179B4FD-5E06-4BC8-B98E-86A03FAD087E}" destId="{6E5FB067-EED0-4E55-B6E6-4E3562C8E5AA}" srcOrd="0" destOrd="0" presId="urn:microsoft.com/office/officeart/2016/7/layout/VerticalSolidActionList"/>
    <dgm:cxn modelId="{F51D85F3-CD21-421F-990D-422BE84779B1}" type="presParOf" srcId="{5DD71B17-77A7-4A76-BBFB-47CFD6022A53}" destId="{1991FD1A-6F01-4E9F-8F63-28316D8B922D}" srcOrd="0" destOrd="0" presId="urn:microsoft.com/office/officeart/2016/7/layout/VerticalSolidActionList"/>
    <dgm:cxn modelId="{B6C8B2A1-6423-431F-B1F9-934977606F66}" type="presParOf" srcId="{1991FD1A-6F01-4E9F-8F63-28316D8B922D}" destId="{B101F67B-1320-4E14-909F-FD9773A4916B}" srcOrd="0" destOrd="0" presId="urn:microsoft.com/office/officeart/2016/7/layout/VerticalSolidActionList"/>
    <dgm:cxn modelId="{5C984A8B-92AB-4B7B-9DBB-C657636AED19}" type="presParOf" srcId="{1991FD1A-6F01-4E9F-8F63-28316D8B922D}" destId="{B404CF30-73FB-44C8-A7C1-C19EC4D01A13}" srcOrd="1" destOrd="0" presId="urn:microsoft.com/office/officeart/2016/7/layout/VerticalSolidActionList"/>
    <dgm:cxn modelId="{FFABA453-4267-486E-9344-BF92B8201FD4}" type="presParOf" srcId="{5DD71B17-77A7-4A76-BBFB-47CFD6022A53}" destId="{E4F7A2CC-807F-4BDD-9490-C4582BBD06D0}" srcOrd="1" destOrd="0" presId="urn:microsoft.com/office/officeart/2016/7/layout/VerticalSolidActionList"/>
    <dgm:cxn modelId="{FFF632CB-6FAE-4895-8222-57E0245C1F6D}" type="presParOf" srcId="{5DD71B17-77A7-4A76-BBFB-47CFD6022A53}" destId="{D3D57873-C5E7-4EB4-8197-28E7123A9255}" srcOrd="2" destOrd="0" presId="urn:microsoft.com/office/officeart/2016/7/layout/VerticalSolidActionList"/>
    <dgm:cxn modelId="{170FD87A-C0EE-43C9-8A37-FA1AD83BBEA7}" type="presParOf" srcId="{D3D57873-C5E7-4EB4-8197-28E7123A9255}" destId="{8812DF36-5421-4112-B743-7DCE71121EA0}" srcOrd="0" destOrd="0" presId="urn:microsoft.com/office/officeart/2016/7/layout/VerticalSolidActionList"/>
    <dgm:cxn modelId="{171228EF-573A-45CE-8633-216D087BA81E}" type="presParOf" srcId="{D3D57873-C5E7-4EB4-8197-28E7123A9255}" destId="{3325D627-8614-46F1-8DB2-B21971187CD3}" srcOrd="1" destOrd="0" presId="urn:microsoft.com/office/officeart/2016/7/layout/VerticalSolidActionList"/>
    <dgm:cxn modelId="{F082B364-EF8C-415A-90D9-48B5896D81FD}" type="presParOf" srcId="{5DD71B17-77A7-4A76-BBFB-47CFD6022A53}" destId="{1383739A-8B53-4336-8DA8-1648417CCD25}" srcOrd="3" destOrd="0" presId="urn:microsoft.com/office/officeart/2016/7/layout/VerticalSolidActionList"/>
    <dgm:cxn modelId="{7B08E6DA-7D16-4FEB-A2CE-E3D6DF9E4EAB}" type="presParOf" srcId="{5DD71B17-77A7-4A76-BBFB-47CFD6022A53}" destId="{9C178F33-A553-4492-A605-5BEC9C5058A9}" srcOrd="4" destOrd="0" presId="urn:microsoft.com/office/officeart/2016/7/layout/VerticalSolidActionList"/>
    <dgm:cxn modelId="{FD2A6C1E-0D86-4E66-BAA4-CB84EAD1CD19}" type="presParOf" srcId="{9C178F33-A553-4492-A605-5BEC9C5058A9}" destId="{7C6CF94C-0353-4F39-A913-D65209D61612}" srcOrd="0" destOrd="0" presId="urn:microsoft.com/office/officeart/2016/7/layout/VerticalSolidActionList"/>
    <dgm:cxn modelId="{6AAD36E2-8D95-4E3C-A7F5-ECFE016BE66F}" type="presParOf" srcId="{9C178F33-A553-4492-A605-5BEC9C5058A9}" destId="{897808F9-4D95-4881-BFFE-D1E6176DCC51}" srcOrd="1" destOrd="0" presId="urn:microsoft.com/office/officeart/2016/7/layout/VerticalSolidActionList"/>
    <dgm:cxn modelId="{96A8BEF8-BCF1-4C6C-9168-F41065C65D25}" type="presParOf" srcId="{5DD71B17-77A7-4A76-BBFB-47CFD6022A53}" destId="{374B364C-888C-4139-89AB-9F0018B1AE1D}" srcOrd="5" destOrd="0" presId="urn:microsoft.com/office/officeart/2016/7/layout/VerticalSolidActionList"/>
    <dgm:cxn modelId="{B0DFB3BA-EF86-45DC-905A-A77FF85B6FEA}" type="presParOf" srcId="{5DD71B17-77A7-4A76-BBFB-47CFD6022A53}" destId="{829EBD67-4B64-466E-A043-F429B7A70085}" srcOrd="6" destOrd="0" presId="urn:microsoft.com/office/officeart/2016/7/layout/VerticalSolidActionList"/>
    <dgm:cxn modelId="{8639D162-9324-4D44-B287-8B2695E93C79}" type="presParOf" srcId="{829EBD67-4B64-466E-A043-F429B7A70085}" destId="{7A6C21F2-ADBA-445E-BFC8-D5E9E4403B49}" srcOrd="0" destOrd="0" presId="urn:microsoft.com/office/officeart/2016/7/layout/VerticalSolidActionList"/>
    <dgm:cxn modelId="{D99A7292-2D7B-4BF4-8DA6-D096BEABD7EC}" type="presParOf" srcId="{829EBD67-4B64-466E-A043-F429B7A70085}" destId="{D7053309-645A-41D9-95C8-1E8DDCCFA966}" srcOrd="1" destOrd="0" presId="urn:microsoft.com/office/officeart/2016/7/layout/VerticalSolidActionList"/>
    <dgm:cxn modelId="{B24CEDD5-18D9-400C-BF46-051A84AD8E9B}" type="presParOf" srcId="{5DD71B17-77A7-4A76-BBFB-47CFD6022A53}" destId="{F49257A9-0EB7-43C7-A928-667177CA8B42}" srcOrd="7" destOrd="0" presId="urn:microsoft.com/office/officeart/2016/7/layout/VerticalSolidActionList"/>
    <dgm:cxn modelId="{5782510D-3BF6-4591-B098-3F80BF16A38D}" type="presParOf" srcId="{5DD71B17-77A7-4A76-BBFB-47CFD6022A53}" destId="{6766E869-8302-4B8D-884D-7555AB70B0F8}" srcOrd="8" destOrd="0" presId="urn:microsoft.com/office/officeart/2016/7/layout/VerticalSolidActionList"/>
    <dgm:cxn modelId="{B56F46E1-4DA1-4D4A-94DB-3B87065F1ACC}" type="presParOf" srcId="{6766E869-8302-4B8D-884D-7555AB70B0F8}" destId="{6E5FB067-EED0-4E55-B6E6-4E3562C8E5AA}" srcOrd="0" destOrd="0" presId="urn:microsoft.com/office/officeart/2016/7/layout/VerticalSolidActionList"/>
    <dgm:cxn modelId="{3E6078CF-F5CC-4E40-9E73-034F869E95DE}" type="presParOf" srcId="{6766E869-8302-4B8D-884D-7555AB70B0F8}" destId="{C7FD98AC-0692-4BEE-B33B-6F72ED3AA5A5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FA3C2-3FE9-4362-AAB3-744942DDEDFD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FinTrust Bank is a fictional banking institution created for this portfolio project.</a:t>
          </a:r>
        </a:p>
      </dsp:txBody>
      <dsp:txXfrm>
        <a:off x="0" y="39687"/>
        <a:ext cx="3286125" cy="1971675"/>
      </dsp:txXfrm>
    </dsp:sp>
    <dsp:sp modelId="{289302CE-B649-41D0-BF97-407B906AE547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Provides loan products to individual customers.</a:t>
          </a:r>
        </a:p>
      </dsp:txBody>
      <dsp:txXfrm>
        <a:off x="3614737" y="39687"/>
        <a:ext cx="3286125" cy="1971675"/>
      </dsp:txXfrm>
    </dsp:sp>
    <dsp:sp modelId="{0CF0497C-AEEB-4DC6-A1E1-326D7A5A5F1F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Loan applications come from customers with different financial and credit profiles.</a:t>
          </a:r>
        </a:p>
      </dsp:txBody>
      <dsp:txXfrm>
        <a:off x="7229475" y="39687"/>
        <a:ext cx="3286125" cy="1971675"/>
      </dsp:txXfrm>
    </dsp:sp>
    <dsp:sp modelId="{A0B4B245-4C3B-4718-91FE-4A24C3168683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business needs to understand which factors are associated with different approval outcomes.</a:t>
          </a:r>
        </a:p>
      </dsp:txBody>
      <dsp:txXfrm>
        <a:off x="1807368" y="2339975"/>
        <a:ext cx="3286125" cy="1971675"/>
      </dsp:txXfrm>
    </dsp:sp>
    <dsp:sp modelId="{26090D5A-C4BA-4C20-A561-7B8A35AE9BC2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 overall approval rate does not explain why some applications are approved while others are not.</a:t>
          </a:r>
        </a:p>
      </dsp:txBody>
      <dsp:txXfrm>
        <a:off x="5422106" y="2339975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0AAD8-9CDA-40B6-A391-EBA864578E4B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A16A99EB-FABA-49F8-972B-F02C5A54D9FD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Analyze </a:t>
          </a:r>
          <a:r>
            <a:rPr lang="en-US" sz="2100" b="1" kern="1200"/>
            <a:t>30,000 loan applications</a:t>
          </a:r>
          <a:r>
            <a:rPr lang="en-US" sz="2100" kern="1200"/>
            <a:t>.</a:t>
          </a:r>
        </a:p>
      </dsp:txBody>
      <dsp:txXfrm>
        <a:off x="8061" y="5979"/>
        <a:ext cx="3034531" cy="1820718"/>
      </dsp:txXfrm>
    </dsp:sp>
    <dsp:sp modelId="{E28991B0-616F-4431-BBA8-06C6EDD75873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1610903"/>
              <a:satOff val="-4623"/>
              <a:lumOff val="-740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229B4A1B-15BD-462A-9191-74CA787744F5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Examine factors related to </a:t>
          </a:r>
          <a:r>
            <a:rPr lang="en-US" sz="2100" b="1" kern="1200"/>
            <a:t>loan approval outcomes</a:t>
          </a:r>
          <a:r>
            <a:rPr lang="en-US" sz="2100" kern="1200"/>
            <a:t>.</a:t>
          </a:r>
        </a:p>
      </dsp:txBody>
      <dsp:txXfrm>
        <a:off x="3740534" y="5979"/>
        <a:ext cx="3034531" cy="1820718"/>
      </dsp:txXfrm>
    </dsp:sp>
    <dsp:sp modelId="{41970C4A-B07F-46F5-AB4F-3ED7719D112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12700" cap="flat" cmpd="sng" algn="ctr">
          <a:solidFill>
            <a:schemeClr val="accent2">
              <a:hueOff val="3221807"/>
              <a:satOff val="-9246"/>
              <a:lumOff val="-1480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7BCAE062-2E29-42B3-A9D6-DB6F173E4153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Analyze </a:t>
          </a:r>
          <a:r>
            <a:rPr lang="en-US" sz="2100" b="1" kern="1200"/>
            <a:t>credit score, DTI, loan amount, employment type, education, and previous defaults</a:t>
          </a:r>
          <a:r>
            <a:rPr lang="en-US" sz="2100" kern="1200"/>
            <a:t>.</a:t>
          </a:r>
        </a:p>
      </dsp:txBody>
      <dsp:txXfrm>
        <a:off x="7473007" y="5979"/>
        <a:ext cx="3034531" cy="1820718"/>
      </dsp:txXfrm>
    </dsp:sp>
    <dsp:sp modelId="{95FAAFCF-4306-4BAA-93B5-BF76C71E7F30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4832710"/>
              <a:satOff val="-13870"/>
              <a:lumOff val="-2220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70EEC49E-82F5-487F-A78F-3E10D25CEBE8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Identify </a:t>
          </a:r>
          <a:r>
            <a:rPr lang="en-US" sz="2100" b="1" kern="1200"/>
            <a:t>patterns across different applicant segments</a:t>
          </a:r>
          <a:r>
            <a:rPr lang="en-US" sz="2100" kern="1200"/>
            <a:t>.</a:t>
          </a:r>
        </a:p>
      </dsp:txBody>
      <dsp:txXfrm>
        <a:off x="8061" y="2524640"/>
        <a:ext cx="3034531" cy="1820718"/>
      </dsp:txXfrm>
    </dsp:sp>
    <dsp:sp modelId="{F968C686-352B-4438-90B2-1E988F144BF5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451496B2-F772-4EED-8FF8-D5F534B54F94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Create an </a:t>
          </a:r>
          <a:r>
            <a:rPr lang="en-US" sz="2100" b="1" kern="1200"/>
            <a:t>exploratory credit-risk segmentation</a:t>
          </a:r>
          <a:r>
            <a:rPr lang="en-US" sz="2100" kern="1200"/>
            <a:t>.</a:t>
          </a:r>
        </a:p>
      </dsp:txBody>
      <dsp:txXfrm>
        <a:off x="3740534" y="2524640"/>
        <a:ext cx="3034531" cy="1820718"/>
      </dsp:txXfrm>
    </dsp:sp>
    <dsp:sp modelId="{0A4204DB-7C2E-4570-9163-4B506F1D97EA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Generate </a:t>
          </a:r>
          <a:r>
            <a:rPr lang="en-US" sz="2100" b="1" kern="1200"/>
            <a:t>business insights and recommendations</a:t>
          </a:r>
          <a:r>
            <a:rPr lang="en-US" sz="2100" kern="1200"/>
            <a:t> to support loan-approval analysis.</a:t>
          </a:r>
        </a:p>
      </dsp:txBody>
      <dsp:txXfrm>
        <a:off x="7473007" y="2524640"/>
        <a:ext cx="3034531" cy="182071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04CF30-73FB-44C8-A7C1-C19EC4D01A13}">
      <dsp:nvSpPr>
        <dsp:cNvPr id="0" name=""/>
        <dsp:cNvSpPr/>
      </dsp:nvSpPr>
      <dsp:spPr>
        <a:xfrm>
          <a:off x="1333366" y="2370"/>
          <a:ext cx="5333466" cy="103991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264140" rIns="103484" bIns="2641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credit score and DTI as early screening indicators — Segments with weaker credit scores and higher DTI show lower approval rates and warrant closer review.</a:t>
          </a:r>
        </a:p>
      </dsp:txBody>
      <dsp:txXfrm>
        <a:off x="1333366" y="2370"/>
        <a:ext cx="5333466" cy="1039919"/>
      </dsp:txXfrm>
    </dsp:sp>
    <dsp:sp modelId="{B101F67B-1320-4E14-909F-FD9773A4916B}">
      <dsp:nvSpPr>
        <dsp:cNvPr id="0" name=""/>
        <dsp:cNvSpPr/>
      </dsp:nvSpPr>
      <dsp:spPr>
        <a:xfrm>
          <a:off x="0" y="2370"/>
          <a:ext cx="1333366" cy="1039919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02721" rIns="70557" bIns="1027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</a:t>
          </a:r>
        </a:p>
      </dsp:txBody>
      <dsp:txXfrm>
        <a:off x="0" y="2370"/>
        <a:ext cx="1333366" cy="1039919"/>
      </dsp:txXfrm>
    </dsp:sp>
    <dsp:sp modelId="{3325D627-8614-46F1-8DB2-B21971187CD3}">
      <dsp:nvSpPr>
        <dsp:cNvPr id="0" name=""/>
        <dsp:cNvSpPr/>
      </dsp:nvSpPr>
      <dsp:spPr>
        <a:xfrm>
          <a:off x="1333366" y="1104685"/>
          <a:ext cx="5333466" cy="103991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264140" rIns="103484" bIns="2641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Give greater attention to prior defaults — Multiple previous defaults are strongly associated with lower approval rates in this dataset.</a:t>
          </a:r>
        </a:p>
      </dsp:txBody>
      <dsp:txXfrm>
        <a:off x="1333366" y="1104685"/>
        <a:ext cx="5333466" cy="1039919"/>
      </dsp:txXfrm>
    </dsp:sp>
    <dsp:sp modelId="{8812DF36-5421-4112-B743-7DCE71121EA0}">
      <dsp:nvSpPr>
        <dsp:cNvPr id="0" name=""/>
        <dsp:cNvSpPr/>
      </dsp:nvSpPr>
      <dsp:spPr>
        <a:xfrm>
          <a:off x="0" y="1104685"/>
          <a:ext cx="1333366" cy="1039919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02721" rIns="70557" bIns="1027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Give</a:t>
          </a:r>
        </a:p>
      </dsp:txBody>
      <dsp:txXfrm>
        <a:off x="0" y="1104685"/>
        <a:ext cx="1333366" cy="1039919"/>
      </dsp:txXfrm>
    </dsp:sp>
    <dsp:sp modelId="{897808F9-4D95-4881-BFFE-D1E6176DCC51}">
      <dsp:nvSpPr>
        <dsp:cNvPr id="0" name=""/>
        <dsp:cNvSpPr/>
      </dsp:nvSpPr>
      <dsp:spPr>
        <a:xfrm>
          <a:off x="1333366" y="2207000"/>
          <a:ext cx="5333466" cy="103991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264140" rIns="103484" bIns="2641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Avoid single-factor decisions — Credit score, DTI, loan amount, employment, education, and prior defaults should be evaluated together.</a:t>
          </a:r>
        </a:p>
      </dsp:txBody>
      <dsp:txXfrm>
        <a:off x="1333366" y="2207000"/>
        <a:ext cx="5333466" cy="1039919"/>
      </dsp:txXfrm>
    </dsp:sp>
    <dsp:sp modelId="{7C6CF94C-0353-4F39-A913-D65209D61612}">
      <dsp:nvSpPr>
        <dsp:cNvPr id="0" name=""/>
        <dsp:cNvSpPr/>
      </dsp:nvSpPr>
      <dsp:spPr>
        <a:xfrm>
          <a:off x="0" y="2207000"/>
          <a:ext cx="1333366" cy="1039919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02721" rIns="70557" bIns="1027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Avoid</a:t>
          </a:r>
        </a:p>
      </dsp:txBody>
      <dsp:txXfrm>
        <a:off x="0" y="2207000"/>
        <a:ext cx="1333366" cy="1039919"/>
      </dsp:txXfrm>
    </dsp:sp>
    <dsp:sp modelId="{D7053309-645A-41D9-95C8-1E8DDCCFA966}">
      <dsp:nvSpPr>
        <dsp:cNvPr id="0" name=""/>
        <dsp:cNvSpPr/>
      </dsp:nvSpPr>
      <dsp:spPr>
        <a:xfrm>
          <a:off x="1333366" y="3309315"/>
          <a:ext cx="5333466" cy="103991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264140" rIns="103484" bIns="2641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Use interactive segmentation — Business users can filter the dashboard by loan purpose and financial ranges to investigate segments.</a:t>
          </a:r>
        </a:p>
      </dsp:txBody>
      <dsp:txXfrm>
        <a:off x="1333366" y="3309315"/>
        <a:ext cx="5333466" cy="1039919"/>
      </dsp:txXfrm>
    </dsp:sp>
    <dsp:sp modelId="{7A6C21F2-ADBA-445E-BFC8-D5E9E4403B49}">
      <dsp:nvSpPr>
        <dsp:cNvPr id="0" name=""/>
        <dsp:cNvSpPr/>
      </dsp:nvSpPr>
      <dsp:spPr>
        <a:xfrm>
          <a:off x="0" y="3309315"/>
          <a:ext cx="1333366" cy="1039919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02721" rIns="70557" bIns="1027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</a:t>
          </a:r>
        </a:p>
      </dsp:txBody>
      <dsp:txXfrm>
        <a:off x="0" y="3309315"/>
        <a:ext cx="1333366" cy="1039919"/>
      </dsp:txXfrm>
    </dsp:sp>
    <dsp:sp modelId="{C7FD98AC-0692-4BEE-B33B-6F72ED3AA5A5}">
      <dsp:nvSpPr>
        <dsp:cNvPr id="0" name=""/>
        <dsp:cNvSpPr/>
      </dsp:nvSpPr>
      <dsp:spPr>
        <a:xfrm>
          <a:off x="1333366" y="4411630"/>
          <a:ext cx="5333466" cy="1039919"/>
        </a:xfrm>
        <a:prstGeom prst="rect">
          <a:avLst/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484" tIns="264140" rIns="103484" bIns="26414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Validate before production use — Any real lending rule would require predictive validation, fairness testing, stability analysis, and compliance review.</a:t>
          </a:r>
        </a:p>
      </dsp:txBody>
      <dsp:txXfrm>
        <a:off x="1333366" y="4411630"/>
        <a:ext cx="5333466" cy="1039919"/>
      </dsp:txXfrm>
    </dsp:sp>
    <dsp:sp modelId="{6E5FB067-EED0-4E55-B6E6-4E3562C8E5AA}">
      <dsp:nvSpPr>
        <dsp:cNvPr id="0" name=""/>
        <dsp:cNvSpPr/>
      </dsp:nvSpPr>
      <dsp:spPr>
        <a:xfrm>
          <a:off x="0" y="4411630"/>
          <a:ext cx="1333366" cy="1039919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0557" tIns="102721" rIns="70557" bIns="102721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Validate</a:t>
          </a:r>
        </a:p>
      </dsp:txBody>
      <dsp:txXfrm>
        <a:off x="0" y="4411630"/>
        <a:ext cx="1333366" cy="1039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164D5B9D-B530-B6CF-5ABC-6FED0F655F1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983" r="-2" b="14619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FINTRUST BANK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ABHIJEET SINGH PARIHAR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D3ECE33-9B40-59DF-E76E-793060BCD95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138" r="9085" b="66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D2CFA-CF3A-DE1F-E75A-7164948E3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Business Problem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2C0FB26-ECD1-5D99-6C0E-562C636FBE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84738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4413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08F220A-F7AC-930F-29DC-113040BB30D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487" r="9085" b="1078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5F7023-3EBC-24A6-1831-3A186B9A5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/>
                <a:cs typeface="Times New Roman"/>
              </a:rPr>
              <a:t>Scope &amp; Objective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CD7734-E00E-18C8-B9F2-4DBE7B6EB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174337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7535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75645A-7CDE-CD88-91A2-222E3EEBD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Data &amp; Tools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A372C-CB49-2D8A-C6BD-973802539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latin typeface="Times New Roman"/>
                <a:ea typeface="+mn-lt"/>
                <a:cs typeface="Times New Roman"/>
              </a:rPr>
              <a:t>Dataset: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Historical loan application data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Data: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Applicant demographics, income, credit score, DTI, loan amount, loan purpose, employment and approval status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Excel: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Data cleaning and Preparation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PostgreSQL: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SQL Analysis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Power BI: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Dashboard and Data visualization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Microsoft Word: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Project Documentation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Microsoft PowerPoint: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Project Presentation</a:t>
            </a:r>
            <a:endParaRPr lang="en-US" sz="2000">
              <a:latin typeface="Times New Roman"/>
              <a:cs typeface="Times New Roman"/>
            </a:endParaRPr>
          </a:p>
          <a:p>
            <a:r>
              <a:rPr lang="en-US" sz="2000" b="1">
                <a:latin typeface="Times New Roman"/>
                <a:ea typeface="+mn-lt"/>
                <a:cs typeface="Times New Roman"/>
              </a:rPr>
              <a:t>GitHub:</a:t>
            </a:r>
            <a:r>
              <a:rPr lang="en-US" sz="2000">
                <a:latin typeface="Times New Roman"/>
                <a:ea typeface="+mn-lt"/>
                <a:cs typeface="Times New Roman"/>
              </a:rPr>
              <a:t> Project portfolio and File storage</a:t>
            </a: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Times New Roman"/>
              <a:cs typeface="Times New Roman"/>
            </a:endParaRPr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0DC2DB7D-9B1D-C799-8340-F1B512EAFE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73" r="17267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4874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26628-2576-A7B6-F14F-906A0999C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>
                <a:latin typeface="Times New Roman"/>
                <a:cs typeface="Times New Roman"/>
              </a:rPr>
              <a:t>Dashboard</a:t>
            </a:r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527806-722B-5484-5D4F-9E0574DE05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81" t="18064" r="16123" b="14516"/>
          <a:stretch>
            <a:fillRect/>
          </a:stretch>
        </p:blipFill>
        <p:spPr>
          <a:xfrm>
            <a:off x="154608" y="2231577"/>
            <a:ext cx="5952444" cy="3206334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D6A93C-2D92-BBA5-D348-608C10237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500" t="18357" r="17391" b="12077"/>
          <a:stretch>
            <a:fillRect/>
          </a:stretch>
        </p:blipFill>
        <p:spPr>
          <a:xfrm>
            <a:off x="6096000" y="2230783"/>
            <a:ext cx="5731567" cy="3202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04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des on papers">
            <a:extLst>
              <a:ext uri="{FF2B5EF4-FFF2-40B4-BE49-F238E27FC236}">
                <a16:creationId xmlns:a16="http://schemas.microsoft.com/office/drawing/2014/main" id="{B2A0F298-E954-CBB7-CB20-CA4BBFBB56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1" r="26321" b="-3"/>
          <a:stretch>
            <a:fillRect/>
          </a:stretch>
        </p:blipFill>
        <p:spPr>
          <a:xfrm>
            <a:off x="6103027" y="10"/>
            <a:ext cx="6088971" cy="6857990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03025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9A0C2A-0B44-5A4B-48A2-4FE70583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328512"/>
            <a:ext cx="4778387" cy="1628970"/>
          </a:xfrm>
        </p:spPr>
        <p:txBody>
          <a:bodyPr anchor="ctr">
            <a:normAutofit/>
          </a:bodyPr>
          <a:lstStyle/>
          <a:p>
            <a:r>
              <a:rPr lang="en-US" sz="4000" b="1">
                <a:latin typeface="Times New Roman"/>
                <a:cs typeface="Times New Roman"/>
              </a:rPr>
              <a:t>KEY Findings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E77E4-5FA4-86DE-C515-0771F01B0C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1" y="2884929"/>
            <a:ext cx="4659756" cy="33741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100" b="1">
                <a:highlight>
                  <a:srgbClr val="FFFFFF"/>
                </a:highlight>
                <a:latin typeface="Times New Roman"/>
                <a:cs typeface="Times New Roman"/>
              </a:rPr>
              <a:t>Credit Score: </a:t>
            </a:r>
            <a:r>
              <a:rPr lang="en-US" sz="1100">
                <a:highlight>
                  <a:srgbClr val="FFFFFF"/>
                </a:highlight>
                <a:latin typeface="Times New Roman"/>
                <a:cs typeface="Times New Roman"/>
              </a:rPr>
              <a:t>Approval rate increases substantially across the credit-score ranges, indicating a strong association between stronger credit profiles and approval outcomes in this dataset.</a:t>
            </a:r>
            <a:endParaRPr lang="en-US" sz="11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r>
              <a:rPr lang="en-US" sz="1100" b="1">
                <a:highlight>
                  <a:srgbClr val="FFFFFF"/>
                </a:highlight>
                <a:latin typeface="Times New Roman"/>
                <a:cs typeface="Times New Roman"/>
              </a:rPr>
              <a:t>Debt-to-Income Ratio: </a:t>
            </a:r>
            <a:r>
              <a:rPr lang="en-US" sz="1100">
                <a:highlight>
                  <a:srgbClr val="FFFFFF"/>
                </a:highlight>
                <a:latin typeface="Times New Roman"/>
                <a:cs typeface="Times New Roman"/>
              </a:rPr>
              <a:t>Approval rate decreases as DTI increases, making debt burden an important segment for credit-risk review.</a:t>
            </a:r>
            <a:endParaRPr lang="en-US" sz="11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r>
              <a:rPr lang="en-US" sz="1100" b="1">
                <a:highlight>
                  <a:srgbClr val="FFFFFF"/>
                </a:highlight>
                <a:latin typeface="Times New Roman"/>
                <a:cs typeface="Times New Roman"/>
              </a:rPr>
              <a:t>Loan Amount: </a:t>
            </a:r>
            <a:r>
              <a:rPr lang="en-US" sz="1100">
                <a:highlight>
                  <a:srgbClr val="FFFFFF"/>
                </a:highlight>
                <a:latin typeface="Times New Roman"/>
                <a:cs typeface="Times New Roman"/>
              </a:rPr>
              <a:t>Approval rate varies across loan-amount ranges, suggesting requested loan size is associated with different approval outcomes.</a:t>
            </a:r>
            <a:endParaRPr lang="en-US" sz="11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r>
              <a:rPr lang="en-US" sz="1100" b="1">
                <a:highlight>
                  <a:srgbClr val="FFFFFF"/>
                </a:highlight>
                <a:latin typeface="Times New Roman"/>
                <a:cs typeface="Times New Roman"/>
              </a:rPr>
              <a:t>Previous Defaults: </a:t>
            </a:r>
            <a:r>
              <a:rPr lang="en-US" sz="1100">
                <a:highlight>
                  <a:srgbClr val="FFFFFF"/>
                </a:highlight>
                <a:latin typeface="Times New Roman"/>
                <a:cs typeface="Times New Roman"/>
              </a:rPr>
              <a:t>Approval rate falls sharply as previous defaults increase: approximately 78.20% for 0 defaults, 61.28% for 1, 39.68% for 2, and 14.81% for 3.</a:t>
            </a:r>
            <a:endParaRPr lang="en-US" sz="11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r>
              <a:rPr lang="en-US" sz="1100" b="1">
                <a:highlight>
                  <a:srgbClr val="FFFFFF"/>
                </a:highlight>
                <a:latin typeface="Times New Roman"/>
                <a:cs typeface="Times New Roman"/>
              </a:rPr>
              <a:t>Employment Type: </a:t>
            </a:r>
            <a:r>
              <a:rPr lang="en-US" sz="1100">
                <a:highlight>
                  <a:srgbClr val="FFFFFF"/>
                </a:highlight>
                <a:latin typeface="Times New Roman"/>
                <a:cs typeface="Times New Roman"/>
              </a:rPr>
              <a:t>Unemployed applicants show a substantially lower approval rate i.e 47.48% than the other listed employment groups, which range from about 76.69% to 80.20%.</a:t>
            </a:r>
            <a:endParaRPr lang="en-US" sz="11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r>
              <a:rPr lang="en-US" sz="1100" b="1">
                <a:highlight>
                  <a:srgbClr val="FFFFFF"/>
                </a:highlight>
                <a:latin typeface="Times New Roman"/>
                <a:cs typeface="Times New Roman"/>
              </a:rPr>
              <a:t>Education: </a:t>
            </a:r>
            <a:r>
              <a:rPr lang="en-US" sz="1100">
                <a:highlight>
                  <a:srgbClr val="FFFFFF"/>
                </a:highlight>
                <a:latin typeface="Times New Roman"/>
                <a:cs typeface="Times New Roman"/>
              </a:rPr>
              <a:t>Graduates show a higher approval rate than non-graduates: 78.47% versus 69.67%. This is an observed association, not proof of causation.</a:t>
            </a:r>
            <a:endParaRPr lang="en-US" sz="1100">
              <a:highlight>
                <a:srgbClr val="000000"/>
              </a:highlight>
              <a:latin typeface="Times New Roman"/>
              <a:cs typeface="Times New Roman"/>
            </a:endParaRPr>
          </a:p>
          <a:p>
            <a:endParaRPr lang="en-US" sz="11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87966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B2902D-A746-AECD-1354-298E9A007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800" b="1">
                <a:solidFill>
                  <a:srgbClr val="FFFFFF"/>
                </a:solidFill>
                <a:latin typeface="Times New Roman"/>
                <a:cs typeface="Times New Roman"/>
              </a:rPr>
              <a:t>Recommendations</a:t>
            </a:r>
            <a:endParaRPr lang="en-US" sz="2800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A8A9DDF-BA85-241D-C7DB-8670C4A149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704633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4721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C0B00F-F5FE-99F3-F331-FEC5272D6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>
            <a:norm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Times New Roman"/>
                <a:cs typeface="Times New Roman"/>
              </a:rPr>
              <a:t>Conclusion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DD04B-2DE2-AD01-354C-709902D5C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The analysis shows clear differences in loan approval rates across credit score, DTI, previous defaults, loan amount, employment type, and education.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Credit score, DTI, and previous defaults show the strongest patterns in approval outcomes.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The Power BI dashboard provides an interactive way to explore these patterns across different applicant segments.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These findings can support further credit-risk review and business decision-making, but they should not be treated as a validated credit-scoring or approval model.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211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6D99F4-2B11-5EAA-21BA-49FCDB810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  <a:endParaRPr lang="en-US" sz="4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86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FINTRUST BANK ANALYSIS</vt:lpstr>
      <vt:lpstr>Business Problem</vt:lpstr>
      <vt:lpstr>Scope &amp; Objective</vt:lpstr>
      <vt:lpstr>Data &amp; Tools</vt:lpstr>
      <vt:lpstr>Dashboard</vt:lpstr>
      <vt:lpstr>KEY Findings</vt:lpstr>
      <vt:lpstr>Recommendations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116</cp:revision>
  <dcterms:created xsi:type="dcterms:W3CDTF">2026-10-24T15:31:49Z</dcterms:created>
  <dcterms:modified xsi:type="dcterms:W3CDTF">2026-10-24T16:51:04Z</dcterms:modified>
</cp:coreProperties>
</file>